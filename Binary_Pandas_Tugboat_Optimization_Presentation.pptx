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4"/>
    <p:sldMasterId id="2147483710" r:id="rId5"/>
    <p:sldMasterId id="2147483711" r:id="rId6"/>
    <p:sldMasterId id="214748371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Instrument Sans Medium"/>
      <p:regular r:id="rId21"/>
      <p:bold r:id="rId22"/>
      <p:italic r:id="rId23"/>
      <p:boldItalic r:id="rId24"/>
    </p:embeddedFont>
    <p:embeddedFont>
      <p:font typeface="Instrument Sans SemiBold"/>
      <p:regular r:id="rId25"/>
      <p:bold r:id="rId26"/>
      <p:italic r:id="rId27"/>
      <p:boldItalic r:id="rId28"/>
    </p:embeddedFont>
    <p:embeddedFont>
      <p:font typeface="Maven Pro"/>
      <p:regular r:id="rId29"/>
      <p:bold r:id="rId30"/>
    </p:embeddedFont>
    <p:embeddedFont>
      <p:font typeface="Instrument Sans"/>
      <p:regular r:id="rId31"/>
      <p:bold r:id="rId32"/>
      <p:italic r:id="rId33"/>
      <p:boldItalic r:id="rId34"/>
    </p:embeddedFont>
    <p:embeddedFont>
      <p:font typeface="Tomorrow Medium"/>
      <p:regular r:id="rId35"/>
      <p:bold r:id="rId36"/>
      <p:italic r:id="rId37"/>
      <p:boldItalic r:id="rId38"/>
    </p:embeddedFont>
    <p:embeddedFont>
      <p:font typeface="Tomorrow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omorrow-bold.fntdata"/><Relationship Id="rId20" Type="http://schemas.openxmlformats.org/officeDocument/2006/relationships/font" Target="fonts/Nunito-boldItalic.fntdata"/><Relationship Id="rId42" Type="http://schemas.openxmlformats.org/officeDocument/2006/relationships/font" Target="fonts/Tomorrow-boldItalic.fntdata"/><Relationship Id="rId41" Type="http://schemas.openxmlformats.org/officeDocument/2006/relationships/font" Target="fonts/Tomorrow-italic.fntdata"/><Relationship Id="rId22" Type="http://schemas.openxmlformats.org/officeDocument/2006/relationships/font" Target="fonts/InstrumentSansMedium-bold.fntdata"/><Relationship Id="rId21" Type="http://schemas.openxmlformats.org/officeDocument/2006/relationships/font" Target="fonts/InstrumentSansMedium-regular.fntdata"/><Relationship Id="rId24" Type="http://schemas.openxmlformats.org/officeDocument/2006/relationships/font" Target="fonts/InstrumentSansMedium-boldItalic.fntdata"/><Relationship Id="rId23" Type="http://schemas.openxmlformats.org/officeDocument/2006/relationships/font" Target="fonts/InstrumentSans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InstrumentSansSemiBold-bold.fntdata"/><Relationship Id="rId25" Type="http://schemas.openxmlformats.org/officeDocument/2006/relationships/font" Target="fonts/InstrumentSansSemiBold-regular.fntdata"/><Relationship Id="rId28" Type="http://schemas.openxmlformats.org/officeDocument/2006/relationships/font" Target="fonts/InstrumentSansSemiBold-boldItalic.fntdata"/><Relationship Id="rId27" Type="http://schemas.openxmlformats.org/officeDocument/2006/relationships/font" Target="fonts/InstrumentSansSemiBold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avenPro-regular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InstrumentSans-regular.fntdata"/><Relationship Id="rId30" Type="http://schemas.openxmlformats.org/officeDocument/2006/relationships/font" Target="fonts/MavenPro-bold.fntdata"/><Relationship Id="rId11" Type="http://schemas.openxmlformats.org/officeDocument/2006/relationships/slide" Target="slides/slide3.xml"/><Relationship Id="rId33" Type="http://schemas.openxmlformats.org/officeDocument/2006/relationships/font" Target="fonts/InstrumentSans-italic.fntdata"/><Relationship Id="rId10" Type="http://schemas.openxmlformats.org/officeDocument/2006/relationships/slide" Target="slides/slide2.xml"/><Relationship Id="rId32" Type="http://schemas.openxmlformats.org/officeDocument/2006/relationships/font" Target="fonts/InstrumentSans-bold.fntdata"/><Relationship Id="rId13" Type="http://schemas.openxmlformats.org/officeDocument/2006/relationships/slide" Target="slides/slide5.xml"/><Relationship Id="rId35" Type="http://schemas.openxmlformats.org/officeDocument/2006/relationships/font" Target="fonts/TomorrowMedium-regular.fntdata"/><Relationship Id="rId12" Type="http://schemas.openxmlformats.org/officeDocument/2006/relationships/slide" Target="slides/slide4.xml"/><Relationship Id="rId34" Type="http://schemas.openxmlformats.org/officeDocument/2006/relationships/font" Target="fonts/InstrumentSans-boldItalic.fntdata"/><Relationship Id="rId15" Type="http://schemas.openxmlformats.org/officeDocument/2006/relationships/slide" Target="slides/slide7.xml"/><Relationship Id="rId37" Type="http://schemas.openxmlformats.org/officeDocument/2006/relationships/font" Target="fonts/TomorrowMedium-italic.fntdata"/><Relationship Id="rId14" Type="http://schemas.openxmlformats.org/officeDocument/2006/relationships/slide" Target="slides/slide6.xml"/><Relationship Id="rId36" Type="http://schemas.openxmlformats.org/officeDocument/2006/relationships/font" Target="fonts/TomorrowMedium-bold.fntdata"/><Relationship Id="rId17" Type="http://schemas.openxmlformats.org/officeDocument/2006/relationships/font" Target="fonts/Nunito-regular.fntdata"/><Relationship Id="rId39" Type="http://schemas.openxmlformats.org/officeDocument/2006/relationships/font" Target="fonts/Tomorrow-regular.fntdata"/><Relationship Id="rId16" Type="http://schemas.openxmlformats.org/officeDocument/2006/relationships/slide" Target="slides/slide8.xml"/><Relationship Id="rId38" Type="http://schemas.openxmlformats.org/officeDocument/2006/relationships/font" Target="fonts/TomorrowMedium-boldItalic.fntdata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h7052eabc6851c8e4_47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h7052eabc6851c8e4_47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h7052eabc6851c8e4_47_2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h7052eabc6851c8e4_47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h7052eabc6851c8e4_47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h7052eabc6851c8e4_47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h7052eabc6851c8e4_47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h7052eabc6851c8e4_47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h7052eabc6851c8e4_47_62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h7052eabc6851c8e4_47_62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7" name="Google Shape;907;h7052eabc6851c8e4_47_62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h7052eabc6851c8e4_47_6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h7052eabc6851c8e4_47_65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8" name="Google Shape;938;h7052eabc6851c8e4_47_65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h7052eabc6851c8e4_47_6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h7052eabc6851c8e4_47_6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6" name="Google Shape;956;h7052eabc6851c8e4_47_6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h7052eabc6851c8e4_47_70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h7052eabc6851c8e4_47_70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5" name="Google Shape;985;h7052eabc6851c8e4_47_70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ird’s-eye shot of a cargo ship crossing an ocean. " id="279" name="Google Shape;279;p16"/>
          <p:cNvPicPr preferRelativeResize="0"/>
          <p:nvPr/>
        </p:nvPicPr>
        <p:blipFill rotWithShape="1">
          <a:blip r:embed="rId2">
            <a:alphaModFix/>
          </a:blip>
          <a:srcRect b="28438" l="17121" r="682" t="2152"/>
          <a:stretch/>
        </p:blipFill>
        <p:spPr>
          <a:xfrm flipH="1">
            <a:off x="99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6"/>
          <p:cNvSpPr/>
          <p:nvPr/>
        </p:nvSpPr>
        <p:spPr>
          <a:xfrm>
            <a:off x="100" y="3220225"/>
            <a:ext cx="9144000" cy="1923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lt1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\</a:t>
            </a:r>
            <a:endParaRPr b="0" i="0" sz="1400" u="none" cap="none" strike="noStrike">
              <a:solidFill>
                <a:srgbClr val="000000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81" name="Google Shape;281;p16"/>
          <p:cNvSpPr txBox="1"/>
          <p:nvPr>
            <p:ph type="title"/>
          </p:nvPr>
        </p:nvSpPr>
        <p:spPr>
          <a:xfrm>
            <a:off x="96175" y="62106"/>
            <a:ext cx="66837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2" name="Google Shape;282;p16"/>
          <p:cNvSpPr txBox="1"/>
          <p:nvPr>
            <p:ph idx="1" type="subTitle"/>
          </p:nvPr>
        </p:nvSpPr>
        <p:spPr>
          <a:xfrm>
            <a:off x="1545800" y="1715650"/>
            <a:ext cx="1163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3" name="Google Shape;283;p16"/>
          <p:cNvSpPr txBox="1"/>
          <p:nvPr>
            <p:ph idx="2" type="subTitle"/>
          </p:nvPr>
        </p:nvSpPr>
        <p:spPr>
          <a:xfrm>
            <a:off x="279900" y="1715650"/>
            <a:ext cx="1163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84" name="Google Shape;284;p16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16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16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lt">
  <p:cSld name="BLANK_1_1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/>
          <p:nvPr/>
        </p:nvSpPr>
        <p:spPr>
          <a:xfrm flipH="1" rot="10800000">
            <a:off x="228600" y="220050"/>
            <a:ext cx="8686800" cy="4483200"/>
          </a:xfrm>
          <a:prstGeom prst="snip1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89" name="Google Shape;289;p17"/>
          <p:cNvSpPr/>
          <p:nvPr/>
        </p:nvSpPr>
        <p:spPr>
          <a:xfrm rot="5400000">
            <a:off x="370200" y="794816"/>
            <a:ext cx="449400" cy="3408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90" name="Google Shape;290;p17"/>
          <p:cNvSpPr txBox="1"/>
          <p:nvPr>
            <p:ph type="title"/>
          </p:nvPr>
        </p:nvSpPr>
        <p:spPr>
          <a:xfrm>
            <a:off x="896455" y="662381"/>
            <a:ext cx="56421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1" name="Google Shape;291;p17"/>
          <p:cNvSpPr txBox="1"/>
          <p:nvPr>
            <p:ph idx="1" type="subTitle"/>
          </p:nvPr>
        </p:nvSpPr>
        <p:spPr>
          <a:xfrm>
            <a:off x="424500" y="415950"/>
            <a:ext cx="242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2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7"/>
          <p:cNvSpPr txBox="1"/>
          <p:nvPr>
            <p:ph idx="3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7"/>
          <p:cNvSpPr txBox="1"/>
          <p:nvPr>
            <p:ph idx="4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9pPr>
          </a:lstStyle>
          <a:p/>
        </p:txBody>
      </p:sp>
      <p:sp>
        <p:nvSpPr>
          <p:cNvPr id="297" name="Google Shape;297;p18"/>
          <p:cNvSpPr txBox="1"/>
          <p:nvPr>
            <p:ph idx="1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18"/>
          <p:cNvSpPr txBox="1"/>
          <p:nvPr>
            <p:ph idx="2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18"/>
          <p:cNvSpPr txBox="1"/>
          <p:nvPr>
            <p:ph idx="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2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9pPr>
          </a:lstStyle>
          <a:p/>
        </p:txBody>
      </p:sp>
      <p:sp>
        <p:nvSpPr>
          <p:cNvPr id="302" name="Google Shape;302;p19"/>
          <p:cNvSpPr txBox="1"/>
          <p:nvPr>
            <p:ph idx="1" type="subTitle"/>
          </p:nvPr>
        </p:nvSpPr>
        <p:spPr>
          <a:xfrm>
            <a:off x="1894014" y="1632200"/>
            <a:ext cx="1723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3" name="Google Shape;303;p19"/>
          <p:cNvSpPr txBox="1"/>
          <p:nvPr>
            <p:ph idx="2" type="subTitle"/>
          </p:nvPr>
        </p:nvSpPr>
        <p:spPr>
          <a:xfrm>
            <a:off x="1958101" y="2362150"/>
            <a:ext cx="1605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304" name="Google Shape;304;p19"/>
          <p:cNvSpPr txBox="1"/>
          <p:nvPr>
            <p:ph idx="3" type="subTitle"/>
          </p:nvPr>
        </p:nvSpPr>
        <p:spPr>
          <a:xfrm>
            <a:off x="5787814" y="1632200"/>
            <a:ext cx="1723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5" name="Google Shape;305;p19"/>
          <p:cNvSpPr txBox="1"/>
          <p:nvPr>
            <p:ph idx="4" type="subTitle"/>
          </p:nvPr>
        </p:nvSpPr>
        <p:spPr>
          <a:xfrm>
            <a:off x="3095188" y="3386700"/>
            <a:ext cx="1723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6" name="Google Shape;306;p19"/>
          <p:cNvSpPr txBox="1"/>
          <p:nvPr>
            <p:ph idx="5" type="subTitle"/>
          </p:nvPr>
        </p:nvSpPr>
        <p:spPr>
          <a:xfrm>
            <a:off x="6974688" y="3386700"/>
            <a:ext cx="1723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7" name="Google Shape;307;p19"/>
          <p:cNvSpPr txBox="1"/>
          <p:nvPr>
            <p:ph idx="6" type="subTitle"/>
          </p:nvPr>
        </p:nvSpPr>
        <p:spPr>
          <a:xfrm>
            <a:off x="5855351" y="2362150"/>
            <a:ext cx="1605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308" name="Google Shape;308;p19"/>
          <p:cNvSpPr txBox="1"/>
          <p:nvPr>
            <p:ph idx="7" type="subTitle"/>
          </p:nvPr>
        </p:nvSpPr>
        <p:spPr>
          <a:xfrm>
            <a:off x="3162700" y="4116600"/>
            <a:ext cx="1605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309" name="Google Shape;309;p19"/>
          <p:cNvSpPr txBox="1"/>
          <p:nvPr>
            <p:ph idx="8" type="subTitle"/>
          </p:nvPr>
        </p:nvSpPr>
        <p:spPr>
          <a:xfrm>
            <a:off x="7052650" y="4116600"/>
            <a:ext cx="16056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310" name="Google Shape;310;p19"/>
          <p:cNvSpPr txBox="1"/>
          <p:nvPr>
            <p:ph idx="9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1" name="Google Shape;311;p19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12" name="Google Shape;312;p19"/>
          <p:cNvSpPr/>
          <p:nvPr>
            <p:ph idx="13" type="pic"/>
          </p:nvPr>
        </p:nvSpPr>
        <p:spPr>
          <a:xfrm>
            <a:off x="228600" y="14889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19"/>
          <p:cNvSpPr/>
          <p:nvPr>
            <p:ph idx="14" type="pic"/>
          </p:nvPr>
        </p:nvSpPr>
        <p:spPr>
          <a:xfrm>
            <a:off x="4108150" y="14889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19"/>
          <p:cNvSpPr/>
          <p:nvPr>
            <p:ph idx="15" type="pic"/>
          </p:nvPr>
        </p:nvSpPr>
        <p:spPr>
          <a:xfrm>
            <a:off x="1431424" y="32434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19"/>
          <p:cNvSpPr/>
          <p:nvPr>
            <p:ph idx="16" type="pic"/>
          </p:nvPr>
        </p:nvSpPr>
        <p:spPr>
          <a:xfrm>
            <a:off x="5310924" y="3243450"/>
            <a:ext cx="1459800" cy="14598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19"/>
          <p:cNvSpPr txBox="1"/>
          <p:nvPr>
            <p:ph idx="17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17" name="Google Shape;317;p19"/>
          <p:cNvSpPr txBox="1"/>
          <p:nvPr>
            <p:ph idx="18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18" name="Google Shape;318;p19"/>
          <p:cNvSpPr txBox="1"/>
          <p:nvPr>
            <p:ph idx="19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3">
  <p:cSld name="BLANK_1_1_1_1_1_2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idx="1" type="subTitle"/>
          </p:nvPr>
        </p:nvSpPr>
        <p:spPr>
          <a:xfrm>
            <a:off x="2062075" y="1327475"/>
            <a:ext cx="230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20"/>
          <p:cNvSpPr txBox="1"/>
          <p:nvPr>
            <p:ph idx="2" type="body"/>
          </p:nvPr>
        </p:nvSpPr>
        <p:spPr>
          <a:xfrm>
            <a:off x="2065375" y="1844475"/>
            <a:ext cx="2301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22" name="Google Shape;322;p20"/>
          <p:cNvSpPr txBox="1"/>
          <p:nvPr>
            <p:ph idx="3" type="subTitle"/>
          </p:nvPr>
        </p:nvSpPr>
        <p:spPr>
          <a:xfrm>
            <a:off x="6405875" y="1318350"/>
            <a:ext cx="230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3" name="Google Shape;323;p20"/>
          <p:cNvSpPr txBox="1"/>
          <p:nvPr>
            <p:ph idx="4" type="body"/>
          </p:nvPr>
        </p:nvSpPr>
        <p:spPr>
          <a:xfrm>
            <a:off x="6409175" y="1835350"/>
            <a:ext cx="2301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24" name="Google Shape;324;p20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9pPr>
          </a:lstStyle>
          <a:p/>
        </p:txBody>
      </p:sp>
      <p:sp>
        <p:nvSpPr>
          <p:cNvPr id="325" name="Google Shape;325;p20"/>
          <p:cNvSpPr txBox="1"/>
          <p:nvPr>
            <p:ph idx="5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26" name="Google Shape;326;p20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27" name="Google Shape;327;p20"/>
          <p:cNvSpPr/>
          <p:nvPr>
            <p:ph idx="6" type="pic"/>
          </p:nvPr>
        </p:nvSpPr>
        <p:spPr>
          <a:xfrm>
            <a:off x="404450" y="1271375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8" name="Google Shape;328;p20"/>
          <p:cNvSpPr/>
          <p:nvPr>
            <p:ph idx="7" type="pic"/>
          </p:nvPr>
        </p:nvSpPr>
        <p:spPr>
          <a:xfrm>
            <a:off x="4748363" y="1271375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29" name="Google Shape;329;p20"/>
          <p:cNvSpPr/>
          <p:nvPr>
            <p:ph idx="8" type="pic"/>
          </p:nvPr>
        </p:nvSpPr>
        <p:spPr>
          <a:xfrm>
            <a:off x="4748338" y="3075225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0" name="Google Shape;330;p20"/>
          <p:cNvSpPr/>
          <p:nvPr>
            <p:ph idx="9" type="pic"/>
          </p:nvPr>
        </p:nvSpPr>
        <p:spPr>
          <a:xfrm>
            <a:off x="404438" y="3075300"/>
            <a:ext cx="1452000" cy="1452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0"/>
          <p:cNvSpPr txBox="1"/>
          <p:nvPr>
            <p:ph idx="13" type="subTitle"/>
          </p:nvPr>
        </p:nvSpPr>
        <p:spPr>
          <a:xfrm>
            <a:off x="6405875" y="3122200"/>
            <a:ext cx="230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2" name="Google Shape;332;p20"/>
          <p:cNvSpPr txBox="1"/>
          <p:nvPr>
            <p:ph idx="14" type="body"/>
          </p:nvPr>
        </p:nvSpPr>
        <p:spPr>
          <a:xfrm>
            <a:off x="6409175" y="3639200"/>
            <a:ext cx="2301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33" name="Google Shape;333;p20"/>
          <p:cNvSpPr txBox="1"/>
          <p:nvPr>
            <p:ph idx="15" type="subTitle"/>
          </p:nvPr>
        </p:nvSpPr>
        <p:spPr>
          <a:xfrm>
            <a:off x="2062075" y="3122200"/>
            <a:ext cx="230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4" name="Google Shape;334;p20"/>
          <p:cNvSpPr txBox="1"/>
          <p:nvPr>
            <p:ph idx="16" type="body"/>
          </p:nvPr>
        </p:nvSpPr>
        <p:spPr>
          <a:xfrm>
            <a:off x="2065375" y="3639200"/>
            <a:ext cx="2301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35" name="Google Shape;335;p20"/>
          <p:cNvSpPr txBox="1"/>
          <p:nvPr>
            <p:ph idx="17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36" name="Google Shape;336;p20"/>
          <p:cNvSpPr txBox="1"/>
          <p:nvPr>
            <p:ph idx="18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37" name="Google Shape;337;p20"/>
          <p:cNvSpPr txBox="1"/>
          <p:nvPr>
            <p:ph idx="19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 activity">
  <p:cSld name="BLANK_1_1_1_1_1_2_1_2">
    <p:bg>
      <p:bgPr>
        <a:solidFill>
          <a:schemeClr val="dk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9pPr>
          </a:lstStyle>
          <a:p/>
        </p:txBody>
      </p:sp>
      <p:sp>
        <p:nvSpPr>
          <p:cNvPr id="340" name="Google Shape;340;p21"/>
          <p:cNvSpPr txBox="1"/>
          <p:nvPr>
            <p:ph idx="1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41" name="Google Shape;341;p21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42" name="Google Shape;342;p21"/>
          <p:cNvSpPr txBox="1"/>
          <p:nvPr>
            <p:ph idx="2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43" name="Google Shape;343;p21"/>
          <p:cNvSpPr txBox="1"/>
          <p:nvPr>
            <p:ph idx="3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44" name="Google Shape;344;p21"/>
          <p:cNvSpPr txBox="1"/>
          <p:nvPr>
            <p:ph idx="4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quote">
  <p:cSld name="BLANK_1_1_1_1_1_2_1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>
            <p:ph idx="2" type="pic"/>
          </p:nvPr>
        </p:nvSpPr>
        <p:spPr>
          <a:xfrm>
            <a:off x="228600" y="220050"/>
            <a:ext cx="4333500" cy="44832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22"/>
          <p:cNvSpPr/>
          <p:nvPr/>
        </p:nvSpPr>
        <p:spPr>
          <a:xfrm>
            <a:off x="4561975" y="682350"/>
            <a:ext cx="4353300" cy="4020900"/>
          </a:xfrm>
          <a:prstGeom prst="snip2DiagRect">
            <a:avLst>
              <a:gd fmla="val 0" name="adj1"/>
              <a:gd fmla="val 12191" name="adj2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48" name="Google Shape;348;p22"/>
          <p:cNvSpPr txBox="1"/>
          <p:nvPr>
            <p:ph type="title"/>
          </p:nvPr>
        </p:nvSpPr>
        <p:spPr>
          <a:xfrm>
            <a:off x="4971925" y="2480100"/>
            <a:ext cx="3533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49" name="Google Shape;349;p22"/>
          <p:cNvSpPr txBox="1"/>
          <p:nvPr>
            <p:ph idx="1" type="subTitle"/>
          </p:nvPr>
        </p:nvSpPr>
        <p:spPr>
          <a:xfrm>
            <a:off x="4971925" y="358800"/>
            <a:ext cx="186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350" name="Google Shape;350;p22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51" name="Google Shape;351;p22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52" name="Google Shape;352;p22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1">
    <p:bg>
      <p:bgPr>
        <a:solidFill>
          <a:schemeClr val="dk2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"/>
          <p:cNvSpPr txBox="1"/>
          <p:nvPr>
            <p:ph type="title"/>
          </p:nvPr>
        </p:nvSpPr>
        <p:spPr>
          <a:xfrm>
            <a:off x="228600" y="354100"/>
            <a:ext cx="85746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800"/>
            </a:lvl9pPr>
          </a:lstStyle>
          <a:p/>
        </p:txBody>
      </p:sp>
      <p:sp>
        <p:nvSpPr>
          <p:cNvPr id="355" name="Google Shape;355;p23"/>
          <p:cNvSpPr txBox="1"/>
          <p:nvPr>
            <p:ph idx="1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56" name="Google Shape;356;p23"/>
          <p:cNvSpPr txBox="1"/>
          <p:nvPr>
            <p:ph idx="2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57" name="Google Shape;357;p23"/>
          <p:cNvSpPr txBox="1"/>
          <p:nvPr>
            <p:ph idx="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">
  <p:cSld name="BLANK_1_1_1_1_1_1_1_1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/>
          <p:nvPr>
            <p:ph idx="2" type="pic"/>
          </p:nvPr>
        </p:nvSpPr>
        <p:spPr>
          <a:xfrm>
            <a:off x="228600" y="220050"/>
            <a:ext cx="8686800" cy="44664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4"/>
          <p:cNvSpPr txBox="1"/>
          <p:nvPr>
            <p:ph type="title"/>
          </p:nvPr>
        </p:nvSpPr>
        <p:spPr>
          <a:xfrm>
            <a:off x="1734575" y="975090"/>
            <a:ext cx="56748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600"/>
            </a:lvl9pPr>
          </a:lstStyle>
          <a:p/>
        </p:txBody>
      </p:sp>
      <p:sp>
        <p:nvSpPr>
          <p:cNvPr id="361" name="Google Shape;361;p24"/>
          <p:cNvSpPr txBox="1"/>
          <p:nvPr>
            <p:ph idx="1" type="subTitle"/>
          </p:nvPr>
        </p:nvSpPr>
        <p:spPr>
          <a:xfrm>
            <a:off x="2162400" y="1618675"/>
            <a:ext cx="4819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9pPr>
          </a:lstStyle>
          <a:p/>
        </p:txBody>
      </p:sp>
      <p:sp>
        <p:nvSpPr>
          <p:cNvPr id="362" name="Google Shape;362;p24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63" name="Google Shape;363;p24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64" name="Google Shape;364;p24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2_1">
    <p:bg>
      <p:bgPr>
        <a:solidFill>
          <a:schemeClr val="dk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5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9pPr>
          </a:lstStyle>
          <a:p/>
        </p:txBody>
      </p:sp>
      <p:sp>
        <p:nvSpPr>
          <p:cNvPr id="367" name="Google Shape;367;p25"/>
          <p:cNvSpPr txBox="1"/>
          <p:nvPr>
            <p:ph idx="1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68" name="Google Shape;368;p25"/>
          <p:cNvSpPr txBox="1"/>
          <p:nvPr>
            <p:ph idx="2" type="subTitle"/>
          </p:nvPr>
        </p:nvSpPr>
        <p:spPr>
          <a:xfrm>
            <a:off x="937025" y="1371275"/>
            <a:ext cx="270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369" name="Google Shape;369;p25"/>
          <p:cNvSpPr txBox="1"/>
          <p:nvPr>
            <p:ph idx="3" type="subTitle"/>
          </p:nvPr>
        </p:nvSpPr>
        <p:spPr>
          <a:xfrm>
            <a:off x="228600" y="1297725"/>
            <a:ext cx="50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370" name="Google Shape;370;p25"/>
          <p:cNvSpPr txBox="1"/>
          <p:nvPr>
            <p:ph idx="4" type="body"/>
          </p:nvPr>
        </p:nvSpPr>
        <p:spPr>
          <a:xfrm>
            <a:off x="4652850" y="1371275"/>
            <a:ext cx="4260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71" name="Google Shape;371;p25"/>
          <p:cNvSpPr txBox="1"/>
          <p:nvPr>
            <p:ph idx="5" type="subTitle"/>
          </p:nvPr>
        </p:nvSpPr>
        <p:spPr>
          <a:xfrm>
            <a:off x="935663" y="2274363"/>
            <a:ext cx="270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372" name="Google Shape;372;p25"/>
          <p:cNvSpPr txBox="1"/>
          <p:nvPr>
            <p:ph idx="6" type="subTitle"/>
          </p:nvPr>
        </p:nvSpPr>
        <p:spPr>
          <a:xfrm>
            <a:off x="227238" y="2200813"/>
            <a:ext cx="50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373" name="Google Shape;373;p25"/>
          <p:cNvSpPr txBox="1"/>
          <p:nvPr>
            <p:ph idx="7" type="body"/>
          </p:nvPr>
        </p:nvSpPr>
        <p:spPr>
          <a:xfrm>
            <a:off x="4651488" y="2274363"/>
            <a:ext cx="4260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74" name="Google Shape;374;p25"/>
          <p:cNvSpPr txBox="1"/>
          <p:nvPr>
            <p:ph idx="8" type="subTitle"/>
          </p:nvPr>
        </p:nvSpPr>
        <p:spPr>
          <a:xfrm>
            <a:off x="935650" y="3177450"/>
            <a:ext cx="270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375" name="Google Shape;375;p25"/>
          <p:cNvSpPr txBox="1"/>
          <p:nvPr>
            <p:ph idx="9" type="subTitle"/>
          </p:nvPr>
        </p:nvSpPr>
        <p:spPr>
          <a:xfrm>
            <a:off x="227225" y="3103900"/>
            <a:ext cx="50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376" name="Google Shape;376;p25"/>
          <p:cNvSpPr txBox="1"/>
          <p:nvPr>
            <p:ph idx="13" type="body"/>
          </p:nvPr>
        </p:nvSpPr>
        <p:spPr>
          <a:xfrm>
            <a:off x="4651475" y="3177450"/>
            <a:ext cx="4260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77" name="Google Shape;377;p25"/>
          <p:cNvSpPr txBox="1"/>
          <p:nvPr>
            <p:ph idx="14" type="subTitle"/>
          </p:nvPr>
        </p:nvSpPr>
        <p:spPr>
          <a:xfrm>
            <a:off x="935663" y="4080550"/>
            <a:ext cx="270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378" name="Google Shape;378;p25"/>
          <p:cNvSpPr txBox="1"/>
          <p:nvPr>
            <p:ph idx="15" type="subTitle"/>
          </p:nvPr>
        </p:nvSpPr>
        <p:spPr>
          <a:xfrm>
            <a:off x="227238" y="4007000"/>
            <a:ext cx="50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379" name="Google Shape;379;p25"/>
          <p:cNvSpPr txBox="1"/>
          <p:nvPr>
            <p:ph idx="16" type="body"/>
          </p:nvPr>
        </p:nvSpPr>
        <p:spPr>
          <a:xfrm>
            <a:off x="4651488" y="4080550"/>
            <a:ext cx="42600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80" name="Google Shape;380;p25"/>
          <p:cNvSpPr txBox="1"/>
          <p:nvPr>
            <p:ph idx="17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81" name="Google Shape;381;p25"/>
          <p:cNvSpPr txBox="1"/>
          <p:nvPr>
            <p:ph idx="18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82" name="Google Shape;382;p25"/>
          <p:cNvSpPr txBox="1"/>
          <p:nvPr>
            <p:ph idx="19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BLANK_1_1_1_1_1_1_1_1_2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228575" y="220050"/>
            <a:ext cx="8686800" cy="4483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85" name="Google Shape;385;p26"/>
          <p:cNvSpPr txBox="1"/>
          <p:nvPr>
            <p:ph idx="1" type="body"/>
          </p:nvPr>
        </p:nvSpPr>
        <p:spPr>
          <a:xfrm>
            <a:off x="2314575" y="1961850"/>
            <a:ext cx="3222000" cy="25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386" name="Google Shape;386;p26"/>
          <p:cNvSpPr txBox="1"/>
          <p:nvPr>
            <p:ph idx="2" type="subTitle"/>
          </p:nvPr>
        </p:nvSpPr>
        <p:spPr>
          <a:xfrm>
            <a:off x="2314575" y="1660050"/>
            <a:ext cx="322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387" name="Google Shape;387;p26"/>
          <p:cNvSpPr/>
          <p:nvPr>
            <p:ph idx="3" type="pic"/>
          </p:nvPr>
        </p:nvSpPr>
        <p:spPr>
          <a:xfrm>
            <a:off x="5779150" y="1660075"/>
            <a:ext cx="2937300" cy="28473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26"/>
          <p:cNvSpPr txBox="1"/>
          <p:nvPr>
            <p:ph idx="4" type="subTitle"/>
          </p:nvPr>
        </p:nvSpPr>
        <p:spPr>
          <a:xfrm>
            <a:off x="1443025" y="469375"/>
            <a:ext cx="45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/>
        </p:txBody>
      </p:sp>
      <p:sp>
        <p:nvSpPr>
          <p:cNvPr id="389" name="Google Shape;389;p26"/>
          <p:cNvSpPr txBox="1"/>
          <p:nvPr>
            <p:ph idx="5" type="subTitle"/>
          </p:nvPr>
        </p:nvSpPr>
        <p:spPr>
          <a:xfrm>
            <a:off x="609725" y="2991325"/>
            <a:ext cx="123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390" name="Google Shape;390;p26"/>
          <p:cNvSpPr txBox="1"/>
          <p:nvPr>
            <p:ph idx="6" type="subTitle"/>
          </p:nvPr>
        </p:nvSpPr>
        <p:spPr>
          <a:xfrm>
            <a:off x="780175" y="3786625"/>
            <a:ext cx="1059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391" name="Google Shape;391;p26"/>
          <p:cNvSpPr txBox="1"/>
          <p:nvPr>
            <p:ph idx="7" type="subTitle"/>
          </p:nvPr>
        </p:nvSpPr>
        <p:spPr>
          <a:xfrm>
            <a:off x="780175" y="1811350"/>
            <a:ext cx="1059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392" name="Google Shape;392;p26"/>
          <p:cNvSpPr txBox="1"/>
          <p:nvPr>
            <p:ph idx="8" type="subTitle"/>
          </p:nvPr>
        </p:nvSpPr>
        <p:spPr>
          <a:xfrm>
            <a:off x="603175" y="2210875"/>
            <a:ext cx="13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93" name="Google Shape;393;p26"/>
          <p:cNvSpPr txBox="1"/>
          <p:nvPr>
            <p:ph idx="9" type="subTitle"/>
          </p:nvPr>
        </p:nvSpPr>
        <p:spPr>
          <a:xfrm>
            <a:off x="603175" y="4184850"/>
            <a:ext cx="13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94" name="Google Shape;394;p26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5" name="Google Shape;395;p26"/>
          <p:cNvSpPr txBox="1"/>
          <p:nvPr>
            <p:ph idx="1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96" name="Google Shape;396;p26"/>
          <p:cNvSpPr txBox="1"/>
          <p:nvPr>
            <p:ph idx="1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397" name="Google Shape;397;p26"/>
          <p:cNvSpPr txBox="1"/>
          <p:nvPr>
            <p:ph idx="1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BLANK_1_1_1_1_1_1_1_1_2_1_1_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/>
          <p:nvPr/>
        </p:nvSpPr>
        <p:spPr>
          <a:xfrm>
            <a:off x="228575" y="220050"/>
            <a:ext cx="8686800" cy="4483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00" name="Google Shape;400;p27"/>
          <p:cNvSpPr txBox="1"/>
          <p:nvPr>
            <p:ph idx="1" type="subTitle"/>
          </p:nvPr>
        </p:nvSpPr>
        <p:spPr>
          <a:xfrm>
            <a:off x="6561550" y="3978150"/>
            <a:ext cx="18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idx="2" type="subTitle"/>
          </p:nvPr>
        </p:nvSpPr>
        <p:spPr>
          <a:xfrm>
            <a:off x="1443025" y="469375"/>
            <a:ext cx="45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/>
        </p:txBody>
      </p:sp>
      <p:sp>
        <p:nvSpPr>
          <p:cNvPr id="402" name="Google Shape;402;p27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3" name="Google Shape;403;p27"/>
          <p:cNvSpPr/>
          <p:nvPr>
            <p:ph idx="3" type="pic"/>
          </p:nvPr>
        </p:nvSpPr>
        <p:spPr>
          <a:xfrm>
            <a:off x="421325" y="1661000"/>
            <a:ext cx="3853500" cy="28473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27"/>
          <p:cNvSpPr txBox="1"/>
          <p:nvPr>
            <p:ph idx="4" type="body"/>
          </p:nvPr>
        </p:nvSpPr>
        <p:spPr>
          <a:xfrm>
            <a:off x="4513900" y="1962800"/>
            <a:ext cx="4203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405" name="Google Shape;405;p27"/>
          <p:cNvSpPr txBox="1"/>
          <p:nvPr>
            <p:ph idx="5" type="subTitle"/>
          </p:nvPr>
        </p:nvSpPr>
        <p:spPr>
          <a:xfrm>
            <a:off x="4513900" y="1661000"/>
            <a:ext cx="42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406" name="Google Shape;406;p27"/>
          <p:cNvSpPr txBox="1"/>
          <p:nvPr>
            <p:ph idx="6" type="subTitle"/>
          </p:nvPr>
        </p:nvSpPr>
        <p:spPr>
          <a:xfrm>
            <a:off x="4866250" y="3786475"/>
            <a:ext cx="1059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407" name="Google Shape;407;p27"/>
          <p:cNvSpPr txBox="1"/>
          <p:nvPr>
            <p:ph idx="7" type="subTitle"/>
          </p:nvPr>
        </p:nvSpPr>
        <p:spPr>
          <a:xfrm>
            <a:off x="4689250" y="4184700"/>
            <a:ext cx="1316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08" name="Google Shape;408;p27"/>
          <p:cNvSpPr txBox="1"/>
          <p:nvPr>
            <p:ph idx="8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09" name="Google Shape;409;p27"/>
          <p:cNvSpPr txBox="1"/>
          <p:nvPr>
            <p:ph idx="9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10" name="Google Shape;410;p27"/>
          <p:cNvSpPr txBox="1"/>
          <p:nvPr>
            <p:ph idx="1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BLANK_1_1_1_1_1_1_1_1_2_1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"/>
          <p:cNvSpPr/>
          <p:nvPr/>
        </p:nvSpPr>
        <p:spPr>
          <a:xfrm>
            <a:off x="228575" y="220050"/>
            <a:ext cx="8686800" cy="44832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13" name="Google Shape;413;p28"/>
          <p:cNvSpPr txBox="1"/>
          <p:nvPr>
            <p:ph idx="1" type="subTitle"/>
          </p:nvPr>
        </p:nvSpPr>
        <p:spPr>
          <a:xfrm>
            <a:off x="1443025" y="469375"/>
            <a:ext cx="455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/>
        </p:txBody>
      </p:sp>
      <p:sp>
        <p:nvSpPr>
          <p:cNvPr id="414" name="Google Shape;414;p28"/>
          <p:cNvSpPr txBox="1"/>
          <p:nvPr>
            <p:ph type="title"/>
          </p:nvPr>
        </p:nvSpPr>
        <p:spPr>
          <a:xfrm>
            <a:off x="421325" y="358100"/>
            <a:ext cx="823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15" name="Google Shape;415;p28"/>
          <p:cNvSpPr/>
          <p:nvPr>
            <p:ph idx="2" type="pic"/>
          </p:nvPr>
        </p:nvSpPr>
        <p:spPr>
          <a:xfrm>
            <a:off x="6237225" y="1660038"/>
            <a:ext cx="2485800" cy="28473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28"/>
          <p:cNvSpPr txBox="1"/>
          <p:nvPr>
            <p:ph idx="3" type="body"/>
          </p:nvPr>
        </p:nvSpPr>
        <p:spPr>
          <a:xfrm>
            <a:off x="421325" y="3096250"/>
            <a:ext cx="55569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1pPr>
            <a:lvl2pPr indent="-29210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2pPr>
            <a:lvl3pPr indent="-29210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3pPr>
            <a:lvl4pPr indent="-29210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4pPr>
            <a:lvl5pPr indent="-29210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5pPr>
            <a:lvl6pPr indent="-29210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6pPr>
            <a:lvl7pPr indent="-29210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●"/>
              <a:defRPr sz="1000"/>
            </a:lvl7pPr>
            <a:lvl8pPr indent="-29210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strument Sans"/>
              <a:buChar char="○"/>
              <a:defRPr sz="1000"/>
            </a:lvl8pPr>
            <a:lvl9pPr indent="-292100" lvl="8" marL="411480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strument Sans"/>
              <a:buChar char="■"/>
              <a:defRPr sz="1000"/>
            </a:lvl9pPr>
          </a:lstStyle>
          <a:p/>
        </p:txBody>
      </p:sp>
      <p:sp>
        <p:nvSpPr>
          <p:cNvPr id="417" name="Google Shape;417;p28"/>
          <p:cNvSpPr txBox="1"/>
          <p:nvPr>
            <p:ph idx="4" type="subTitle"/>
          </p:nvPr>
        </p:nvSpPr>
        <p:spPr>
          <a:xfrm>
            <a:off x="421325" y="2794450"/>
            <a:ext cx="555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418" name="Google Shape;418;p28"/>
          <p:cNvSpPr txBox="1"/>
          <p:nvPr>
            <p:ph idx="5" type="subTitle"/>
          </p:nvPr>
        </p:nvSpPr>
        <p:spPr>
          <a:xfrm>
            <a:off x="2654650" y="2002400"/>
            <a:ext cx="18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419" name="Google Shape;419;p28"/>
          <p:cNvSpPr txBox="1"/>
          <p:nvPr>
            <p:ph idx="6" type="subTitle"/>
          </p:nvPr>
        </p:nvSpPr>
        <p:spPr>
          <a:xfrm>
            <a:off x="780175" y="1809463"/>
            <a:ext cx="1059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420" name="Google Shape;420;p28"/>
          <p:cNvSpPr txBox="1"/>
          <p:nvPr>
            <p:ph idx="7" type="subTitle"/>
          </p:nvPr>
        </p:nvSpPr>
        <p:spPr>
          <a:xfrm>
            <a:off x="603175" y="2209000"/>
            <a:ext cx="1540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421" name="Google Shape;421;p28"/>
          <p:cNvSpPr txBox="1"/>
          <p:nvPr>
            <p:ph idx="8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22" name="Google Shape;422;p28"/>
          <p:cNvSpPr txBox="1"/>
          <p:nvPr>
            <p:ph idx="9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23" name="Google Shape;423;p28"/>
          <p:cNvSpPr txBox="1"/>
          <p:nvPr>
            <p:ph idx="13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BLANK_1_1_1_1_1_1_1_1_2_1_1_1_1_1">
    <p:bg>
      <p:bgPr>
        <a:solidFill>
          <a:schemeClr val="dk2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"/>
          <p:cNvSpPr txBox="1"/>
          <p:nvPr>
            <p:ph type="title"/>
          </p:nvPr>
        </p:nvSpPr>
        <p:spPr>
          <a:xfrm>
            <a:off x="743250" y="2276250"/>
            <a:ext cx="7657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solidFill>
                  <a:schemeClr val="dk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26" name="Google Shape;426;p29"/>
          <p:cNvSpPr/>
          <p:nvPr>
            <p:ph idx="2" type="pic"/>
          </p:nvPr>
        </p:nvSpPr>
        <p:spPr>
          <a:xfrm>
            <a:off x="5935400" y="3835650"/>
            <a:ext cx="867600" cy="867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7" name="Google Shape;427;p29"/>
          <p:cNvSpPr txBox="1"/>
          <p:nvPr>
            <p:ph idx="1" type="subTitle"/>
          </p:nvPr>
        </p:nvSpPr>
        <p:spPr>
          <a:xfrm>
            <a:off x="7155500" y="4123500"/>
            <a:ext cx="1407300" cy="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428" name="Google Shape;428;p29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29" name="Google Shape;429;p29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30" name="Google Shape;430;p29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BLANK_1_1_1_1_1_1_1_1_2_1_1_1_1_1_1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764919" y="4182087"/>
            <a:ext cx="1379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lt1"/>
                </a:solidFill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433" name="Google Shape;433;p30"/>
          <p:cNvSpPr/>
          <p:nvPr>
            <p:ph idx="2" type="pic"/>
          </p:nvPr>
        </p:nvSpPr>
        <p:spPr>
          <a:xfrm>
            <a:off x="7482900" y="3270750"/>
            <a:ext cx="1432500" cy="1432500"/>
          </a:xfrm>
          <a:prstGeom prst="rect">
            <a:avLst/>
          </a:prstGeom>
          <a:noFill/>
          <a:ln>
            <a:noFill/>
          </a:ln>
        </p:spPr>
      </p:sp>
      <p:sp>
        <p:nvSpPr>
          <p:cNvPr id="434" name="Google Shape;434;p30"/>
          <p:cNvSpPr txBox="1"/>
          <p:nvPr>
            <p:ph type="title"/>
          </p:nvPr>
        </p:nvSpPr>
        <p:spPr>
          <a:xfrm>
            <a:off x="724450" y="291900"/>
            <a:ext cx="6267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1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36" name="Google Shape;436;p30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37" name="Google Shape;437;p30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3">
  <p:cSld name="BLANK_1_1_1_1_1_1_1_1_2_1_1_1_1_1_1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1"/>
          <p:cNvSpPr txBox="1"/>
          <p:nvPr>
            <p:ph idx="1" type="subTitle"/>
          </p:nvPr>
        </p:nvSpPr>
        <p:spPr>
          <a:xfrm>
            <a:off x="574144" y="4182237"/>
            <a:ext cx="1379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Tomorrow Medium"/>
                <a:ea typeface="Tomorrow Medium"/>
                <a:cs typeface="Tomorrow Medium"/>
                <a:sym typeface="Tomorrow Medium"/>
              </a:defRPr>
            </a:lvl9pPr>
          </a:lstStyle>
          <a:p/>
        </p:txBody>
      </p:sp>
      <p:sp>
        <p:nvSpPr>
          <p:cNvPr id="440" name="Google Shape;440;p31"/>
          <p:cNvSpPr/>
          <p:nvPr>
            <p:ph idx="2" type="pic"/>
          </p:nvPr>
        </p:nvSpPr>
        <p:spPr>
          <a:xfrm>
            <a:off x="4572096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31"/>
          <p:cNvSpPr txBox="1"/>
          <p:nvPr>
            <p:ph type="title"/>
          </p:nvPr>
        </p:nvSpPr>
        <p:spPr>
          <a:xfrm>
            <a:off x="228600" y="1886650"/>
            <a:ext cx="35511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442" name="Google Shape;442;p31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43" name="Google Shape;443;p31"/>
          <p:cNvSpPr txBox="1"/>
          <p:nvPr>
            <p:ph idx="4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44" name="Google Shape;444;p31"/>
          <p:cNvSpPr txBox="1"/>
          <p:nvPr>
            <p:ph idx="5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_1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 txBox="1"/>
          <p:nvPr>
            <p:ph type="title"/>
          </p:nvPr>
        </p:nvSpPr>
        <p:spPr>
          <a:xfrm>
            <a:off x="459900" y="423850"/>
            <a:ext cx="4484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800"/>
            </a:lvl9pPr>
          </a:lstStyle>
          <a:p/>
        </p:txBody>
      </p:sp>
      <p:sp>
        <p:nvSpPr>
          <p:cNvPr id="447" name="Google Shape;447;p32"/>
          <p:cNvSpPr txBox="1"/>
          <p:nvPr>
            <p:ph idx="1" type="subTitle"/>
          </p:nvPr>
        </p:nvSpPr>
        <p:spPr>
          <a:xfrm>
            <a:off x="228600" y="220050"/>
            <a:ext cx="242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accen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448" name="Google Shape;448;p32"/>
          <p:cNvSpPr/>
          <p:nvPr/>
        </p:nvSpPr>
        <p:spPr>
          <a:xfrm rot="5400000">
            <a:off x="216900" y="486850"/>
            <a:ext cx="170400" cy="1470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449" name="Google Shape;449;p32"/>
          <p:cNvSpPr txBox="1"/>
          <p:nvPr>
            <p:ph idx="2" type="subTitle"/>
          </p:nvPr>
        </p:nvSpPr>
        <p:spPr>
          <a:xfrm>
            <a:off x="460025" y="2463700"/>
            <a:ext cx="14640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accent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450" name="Google Shape;450;p32"/>
          <p:cNvSpPr txBox="1"/>
          <p:nvPr>
            <p:ph idx="3" type="subTitle"/>
          </p:nvPr>
        </p:nvSpPr>
        <p:spPr>
          <a:xfrm>
            <a:off x="2713400" y="2463700"/>
            <a:ext cx="14640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451" name="Google Shape;451;p32"/>
          <p:cNvSpPr txBox="1"/>
          <p:nvPr>
            <p:ph idx="4" type="subTitle"/>
          </p:nvPr>
        </p:nvSpPr>
        <p:spPr>
          <a:xfrm>
            <a:off x="4966775" y="2463700"/>
            <a:ext cx="14640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452" name="Google Shape;452;p32"/>
          <p:cNvSpPr txBox="1"/>
          <p:nvPr>
            <p:ph idx="5" type="subTitle"/>
          </p:nvPr>
        </p:nvSpPr>
        <p:spPr>
          <a:xfrm>
            <a:off x="7220150" y="2463700"/>
            <a:ext cx="1464000" cy="16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453" name="Google Shape;453;p32"/>
          <p:cNvSpPr txBox="1"/>
          <p:nvPr>
            <p:ph idx="6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54" name="Google Shape;454;p32"/>
          <p:cNvSpPr txBox="1"/>
          <p:nvPr>
            <p:ph idx="7" type="subTitle"/>
          </p:nvPr>
        </p:nvSpPr>
        <p:spPr>
          <a:xfrm>
            <a:off x="6266025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  <p:sp>
        <p:nvSpPr>
          <p:cNvPr id="455" name="Google Shape;455;p32"/>
          <p:cNvSpPr txBox="1"/>
          <p:nvPr>
            <p:ph idx="8" type="subTitle"/>
          </p:nvPr>
        </p:nvSpPr>
        <p:spPr>
          <a:xfrm>
            <a:off x="8055250" y="4815600"/>
            <a:ext cx="868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8" name="Google Shape;458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63" name="Google Shape;46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66" name="Google Shape;466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7" name="Google Shape;467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2" name="Google Shape;472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7" name="Google Shape;477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8" name="Google Shape;478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483" name="Google Shape;483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87" name="Google Shape;487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8" name="Google Shape;488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9" name="Google Shape;489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1" name="Google Shape;491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2" name="Google Shape;492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95" name="Google Shape;495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6" name="Google Shape;496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9" name="Google Shape;499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0" name="Google Shape;500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1" name="Google Shape;501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5" name="Google Shape;505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6" name="Google Shape;5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7" name="Google Shape;507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9" name="Google Shape;509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0" name="Google Shape;510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3" name="Google Shape;513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4" name="Google Shape;514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5" name="Google Shape;515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6" name="Google Shape;516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7" name="Google Shape;517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8" name="Google Shape;518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9" name="Google Shape;519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0" name="Google Shape;520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23" name="Google Shape;523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6" name="Google Shape;526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9" name="Google Shape;52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30" name="Google Shape;530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1" name="Google Shape;531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4" name="Google Shape;534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7" name="Google Shape;537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40" name="Google Shape;540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1" name="Google Shape;541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2" name="Google Shape;542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0" name="Google Shape;550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553" name="Google Shape;553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55" name="Google Shape;555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56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564" name="Google Shape;564;p56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565" name="Google Shape;565;p56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56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7" name="Google Shape;567;p56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568" name="Google Shape;568;p56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56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56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1" name="Google Shape;571;p56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572" name="Google Shape;572;p56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56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56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6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6" name="Google Shape;576;p56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577" name="Google Shape;577;p56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56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56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56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56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2" name="Google Shape;582;p56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583" name="Google Shape;583;p56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56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5" name="Google Shape;585;p56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586" name="Google Shape;586;p56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56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56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9" name="Google Shape;589;p56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0" name="Google Shape;590;p56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591" name="Google Shape;591;p5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56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2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3" name="Google Shape;593;p56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56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56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56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56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56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56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56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1" name="Google Shape;601;p5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57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04" name="Google Shape;604;p5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05" name="Google Shape;605;p5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5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7" name="Google Shape;607;p5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08" name="Google Shape;608;p5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5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5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1" name="Google Shape;611;p5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12" name="Google Shape;612;p5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5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5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5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6" name="Google Shape;616;p57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617" name="Google Shape;617;p5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18" name="Google Shape;618;p5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5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0" name="Google Shape;620;p5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21" name="Google Shape;621;p5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5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5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4" name="Google Shape;624;p5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625" name="Google Shape;625;p5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5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5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5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9" name="Google Shape;629;p5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630" name="Google Shape;630;p5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5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5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5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5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35" name="Google Shape;635;p5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6" name="Google Shape;636;p5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5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639" name="Google Shape;639;p5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1" name="Google Shape;641;p5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2" name="Google Shape;642;p5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3" name="Google Shape;643;p5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5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646" name="Google Shape;646;p5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8" name="Google Shape;648;p5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9" name="Google Shape;649;p59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0" name="Google Shape;650;p59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1" name="Google Shape;651;p5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3" name="Google Shape;653;p6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654" name="Google Shape;654;p6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6" name="Google Shape;656;p6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7" name="Google Shape;657;p6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61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660" name="Google Shape;660;p6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2" name="Google Shape;662;p61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3" name="Google Shape;663;p61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4" name="Google Shape;664;p6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62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667" name="Google Shape;667;p62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668" name="Google Shape;668;p62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62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62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1" name="Google Shape;671;p62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672" name="Google Shape;672;p62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62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62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5" name="Google Shape;675;p62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676" name="Google Shape;676;p62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62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8" name="Google Shape;678;p62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6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6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682" name="Google Shape;682;p6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6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4" name="Google Shape;684;p63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63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6" name="Google Shape;686;p63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7" name="Google Shape;687;p6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64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690" name="Google Shape;690;p6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6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2" name="Google Shape;692;p64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693" name="Google Shape;693;p6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65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696" name="Google Shape;696;p65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697" name="Google Shape;697;p6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6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6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6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1" name="Google Shape;701;p65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702" name="Google Shape;702;p6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6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6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65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6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7" name="Google Shape;707;p65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708" name="Google Shape;708;p6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65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6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6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2" name="Google Shape;712;p65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713" name="Google Shape;713;p65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65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65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6" name="Google Shape;716;p65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717" name="Google Shape;717;p65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65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65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65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65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2" name="Google Shape;722;p65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723" name="Google Shape;723;p65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65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65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65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7" name="Google Shape;727;p65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728" name="Google Shape;728;p65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65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65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1" name="Google Shape;731;p65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732" name="Google Shape;732;p65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65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65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65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65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7" name="Google Shape;737;p65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738" name="Google Shape;738;p65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65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65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65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2" name="Google Shape;742;p65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743" name="Google Shape;743;p65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65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65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65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7" name="Google Shape;747;p65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748" name="Google Shape;748;p65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65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65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1" name="Google Shape;751;p65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752" name="Google Shape;752;p65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65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65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65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6" name="Google Shape;756;p65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757" name="Google Shape;757;p65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65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65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5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1" name="Google Shape;761;p65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762" name="Google Shape;762;p65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65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65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65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65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7" name="Google Shape;767;p65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768" name="Google Shape;768;p65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65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65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65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2" name="Google Shape;772;p65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773" name="Google Shape;773;p65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65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65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6" name="Google Shape;776;p65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777" name="Google Shape;777;p65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65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65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65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1" name="Google Shape;781;p65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782" name="Google Shape;782;p65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65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65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65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5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7" name="Google Shape;787;p65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788" name="Google Shape;788;p65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65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65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65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2" name="Google Shape;792;p65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793" name="Google Shape;793;p65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65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65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6" name="Google Shape;796;p65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797" name="Google Shape;797;p65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65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65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65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65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" name="Google Shape;802;p65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803" name="Google Shape;803;p65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65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65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5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7" name="Google Shape;807;p65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808" name="Google Shape;808;p65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65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65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65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2" name="Google Shape;812;p65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813" name="Google Shape;813;p65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65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65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6" name="Google Shape;816;p65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817" name="Google Shape;817;p65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65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65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65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21" name="Google Shape;821;p65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2" name="Google Shape;822;p65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3" name="Google Shape;823;p6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theme" Target="../theme/theme3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 txBox="1"/>
          <p:nvPr>
            <p:ph type="title"/>
          </p:nvPr>
        </p:nvSpPr>
        <p:spPr>
          <a:xfrm>
            <a:off x="580975" y="418300"/>
            <a:ext cx="83040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omorrow"/>
              <a:buNone/>
              <a:defRPr b="0" i="0" sz="480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defRPr>
            </a:lvl9pPr>
          </a:lstStyle>
          <a:p/>
        </p:txBody>
      </p:sp>
      <p:sp>
        <p:nvSpPr>
          <p:cNvPr id="277" name="Google Shape;277;p15"/>
          <p:cNvSpPr txBox="1"/>
          <p:nvPr>
            <p:ph idx="1" type="body"/>
          </p:nvPr>
        </p:nvSpPr>
        <p:spPr>
          <a:xfrm>
            <a:off x="4508300" y="1890075"/>
            <a:ext cx="3733800" cy="24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●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○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■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●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○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■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●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○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strument Sans"/>
              <a:buChar char="■"/>
              <a:defRPr b="0" i="0" sz="1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558" name="Google Shape;558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59" name="Google Shape;559;p5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6"/>
          <p:cNvSpPr txBox="1"/>
          <p:nvPr>
            <p:ph type="title"/>
          </p:nvPr>
        </p:nvSpPr>
        <p:spPr>
          <a:xfrm>
            <a:off x="96175" y="62100"/>
            <a:ext cx="77811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b="1" sz="36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-GB" sz="3600">
                <a:latin typeface="Cambria"/>
                <a:ea typeface="Cambria"/>
                <a:cs typeface="Cambria"/>
                <a:sym typeface="Cambria"/>
              </a:rPr>
              <a:t>Tugboat scheduling optimization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829" name="Google Shape;829;p66"/>
          <p:cNvSpPr txBox="1"/>
          <p:nvPr>
            <p:ph idx="3" type="subTitle"/>
          </p:nvPr>
        </p:nvSpPr>
        <p:spPr>
          <a:xfrm>
            <a:off x="228600" y="4815600"/>
            <a:ext cx="1611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Team Binary Pandas</a:t>
            </a:r>
            <a:endParaRPr/>
          </a:p>
        </p:txBody>
      </p:sp>
      <p:sp>
        <p:nvSpPr>
          <p:cNvPr id="830" name="Google Shape;830;p66"/>
          <p:cNvSpPr txBox="1"/>
          <p:nvPr/>
        </p:nvSpPr>
        <p:spPr>
          <a:xfrm>
            <a:off x="235800" y="1619400"/>
            <a:ext cx="86724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rPr b="0" i="0" lang="en-GB" sz="2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Florida IBM Qiskit Fallfest Hackathon @ FAU</a:t>
            </a:r>
            <a:endParaRPr b="0" i="0" sz="2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rPr b="0" i="0" lang="en-GB" sz="2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October 17 &amp; 18 2026</a:t>
            </a:r>
            <a:endParaRPr b="0" i="0" sz="2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t/>
            </a:r>
            <a:endParaRPr b="0" i="0" sz="2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rPr lang="en-GB" sz="24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Rene Bordas</a:t>
            </a:r>
            <a:endParaRPr sz="2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rPr lang="en-GB" sz="24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Ryan Bullock</a:t>
            </a:r>
            <a:endParaRPr b="0" i="0" sz="2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rPr b="0" i="0" lang="en-GB" sz="243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Francesca Dumary</a:t>
            </a:r>
            <a:endParaRPr b="0" i="0" sz="2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rPr lang="en-GB" sz="24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Melinoë Elizondo</a:t>
            </a:r>
            <a:endParaRPr sz="2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7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Problem Definition &amp; Relevance</a:t>
            </a:r>
            <a:endParaRPr/>
          </a:p>
        </p:txBody>
      </p:sp>
      <p:sp>
        <p:nvSpPr>
          <p:cNvPr id="836" name="Google Shape;836;p67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Who has the problem, why it is hard, and where quantum fits</a:t>
            </a:r>
            <a:endParaRPr/>
          </a:p>
        </p:txBody>
      </p:sp>
      <p:sp>
        <p:nvSpPr>
          <p:cNvPr id="837" name="Google Shape;837;p67"/>
          <p:cNvSpPr/>
          <p:nvPr/>
        </p:nvSpPr>
        <p:spPr>
          <a:xfrm>
            <a:off x="457200" y="1371600"/>
            <a:ext cx="4023360" cy="2926080"/>
          </a:xfrm>
          <a:prstGeom prst="roundRect">
            <a:avLst>
              <a:gd fmla="val 2500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67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E8C82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/>
          </a:p>
        </p:txBody>
      </p:sp>
      <p:sp>
        <p:nvSpPr>
          <p:cNvPr id="839" name="Google Shape;839;p67"/>
          <p:cNvSpPr txBox="1"/>
          <p:nvPr/>
        </p:nvSpPr>
        <p:spPr>
          <a:xfrm>
            <a:off x="731520" y="205740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Who: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tug operators in tidal ports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Constraints: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tide windows, wind, crew rest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Trade-off: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reserve tugs for contract jobs vs. win spot jobs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Today: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planned by hand, daily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Impact: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~$2M per tug per year</a:t>
            </a:r>
            <a:endParaRPr/>
          </a:p>
        </p:txBody>
      </p:sp>
      <p:sp>
        <p:nvSpPr>
          <p:cNvPr id="840" name="Google Shape;840;p67"/>
          <p:cNvSpPr/>
          <p:nvPr/>
        </p:nvSpPr>
        <p:spPr>
          <a:xfrm>
            <a:off x="4663440" y="1371600"/>
            <a:ext cx="4023360" cy="2926080"/>
          </a:xfrm>
          <a:prstGeom prst="roundRect">
            <a:avLst>
              <a:gd fmla="val 2500" name="adj"/>
            </a:avLst>
          </a:prstGeom>
          <a:solidFill>
            <a:srgbClr val="E3F1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7"/>
          <p:cNvSpPr txBox="1"/>
          <p:nvPr/>
        </p:nvSpPr>
        <p:spPr>
          <a:xfrm>
            <a:off x="4937759" y="15544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E8C82"/>
                </a:solidFill>
                <a:latin typeface="Cambria"/>
                <a:ea typeface="Cambria"/>
                <a:cs typeface="Cambria"/>
                <a:sym typeface="Cambria"/>
              </a:rPr>
              <a:t>Why quantum</a:t>
            </a:r>
            <a:endParaRPr/>
          </a:p>
        </p:txBody>
      </p:sp>
      <p:sp>
        <p:nvSpPr>
          <p:cNvPr id="842" name="Google Shape;842;p67"/>
          <p:cNvSpPr txBox="1"/>
          <p:nvPr/>
        </p:nvSpPr>
        <p:spPr>
          <a:xfrm>
            <a:off x="4937759" y="205740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Why: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interacting yes/no choices that grow exponentially, solvable on gate-based or annealing hardware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Limits: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noisy hardware, too few qubits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Reality: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classical solvers handle it today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Future: </a:t>
            </a:r>
            <a:r>
              <a:rPr b="0" i="0" lang="en-GB" sz="14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big ports, many weather scenarios, fault-tolerant hardware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8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Workflow</a:t>
            </a:r>
            <a:endParaRPr/>
          </a:p>
        </p:txBody>
      </p:sp>
      <p:sp>
        <p:nvSpPr>
          <p:cNvPr id="848" name="Google Shape;848;p68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From the business problem to results on real quantum hardware</a:t>
            </a:r>
            <a:endParaRPr/>
          </a:p>
        </p:txBody>
      </p:sp>
      <p:sp>
        <p:nvSpPr>
          <p:cNvPr id="849" name="Google Shape;849;p68"/>
          <p:cNvSpPr/>
          <p:nvPr/>
        </p:nvSpPr>
        <p:spPr>
          <a:xfrm>
            <a:off x="457200" y="1463040"/>
            <a:ext cx="1234440" cy="2560320"/>
          </a:xfrm>
          <a:prstGeom prst="roundRect">
            <a:avLst>
              <a:gd fmla="val 5925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68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rgbClr val="0E8C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8"/>
          <p:cNvSpPr txBox="1"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852" name="Google Shape;852;p68"/>
          <p:cNvSpPr txBox="1"/>
          <p:nvPr/>
        </p:nvSpPr>
        <p:spPr>
          <a:xfrm>
            <a:off x="594360" y="22860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/>
          </a:p>
        </p:txBody>
      </p:sp>
      <p:sp>
        <p:nvSpPr>
          <p:cNvPr id="853" name="Google Shape;853;p68"/>
          <p:cNvSpPr txBox="1"/>
          <p:nvPr/>
        </p:nvSpPr>
        <p:spPr>
          <a:xfrm>
            <a:off x="594360" y="2880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Tugs, ships, wind, tides and crews</a:t>
            </a:r>
            <a:endParaRPr/>
          </a:p>
        </p:txBody>
      </p:sp>
      <p:sp>
        <p:nvSpPr>
          <p:cNvPr id="854" name="Google Shape;854;p68"/>
          <p:cNvSpPr/>
          <p:nvPr/>
        </p:nvSpPr>
        <p:spPr>
          <a:xfrm rot="5400000">
            <a:off x="1714500" y="1828800"/>
            <a:ext cx="118872" cy="118872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68"/>
          <p:cNvSpPr/>
          <p:nvPr/>
        </p:nvSpPr>
        <p:spPr>
          <a:xfrm>
            <a:off x="1856232" y="1463040"/>
            <a:ext cx="1234440" cy="2560320"/>
          </a:xfrm>
          <a:prstGeom prst="roundRect">
            <a:avLst>
              <a:gd fmla="val 5925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68"/>
          <p:cNvSpPr/>
          <p:nvPr/>
        </p:nvSpPr>
        <p:spPr>
          <a:xfrm>
            <a:off x="1993392" y="1645920"/>
            <a:ext cx="457200" cy="457200"/>
          </a:xfrm>
          <a:prstGeom prst="ellipse">
            <a:avLst/>
          </a:prstGeom>
          <a:solidFill>
            <a:srgbClr val="0E8C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68"/>
          <p:cNvSpPr txBox="1"/>
          <p:nvPr/>
        </p:nvSpPr>
        <p:spPr>
          <a:xfrm>
            <a:off x="1993392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858" name="Google Shape;858;p68"/>
          <p:cNvSpPr txBox="1"/>
          <p:nvPr/>
        </p:nvSpPr>
        <p:spPr>
          <a:xfrm>
            <a:off x="1993392" y="22860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QUBO</a:t>
            </a:r>
            <a:endParaRPr/>
          </a:p>
        </p:txBody>
      </p:sp>
      <p:sp>
        <p:nvSpPr>
          <p:cNvPr id="859" name="Google Shape;859;p68"/>
          <p:cNvSpPr txBox="1"/>
          <p:nvPr/>
        </p:nvSpPr>
        <p:spPr>
          <a:xfrm>
            <a:off x="1993392" y="2880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Every port rule becomes a penalty</a:t>
            </a:r>
            <a:endParaRPr/>
          </a:p>
        </p:txBody>
      </p:sp>
      <p:sp>
        <p:nvSpPr>
          <p:cNvPr id="860" name="Google Shape;860;p68"/>
          <p:cNvSpPr/>
          <p:nvPr/>
        </p:nvSpPr>
        <p:spPr>
          <a:xfrm rot="5400000">
            <a:off x="3113532" y="1828800"/>
            <a:ext cx="118872" cy="118872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8"/>
          <p:cNvSpPr/>
          <p:nvPr/>
        </p:nvSpPr>
        <p:spPr>
          <a:xfrm>
            <a:off x="3255264" y="1463040"/>
            <a:ext cx="1234440" cy="2560320"/>
          </a:xfrm>
          <a:prstGeom prst="roundRect">
            <a:avLst>
              <a:gd fmla="val 5925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68"/>
          <p:cNvSpPr/>
          <p:nvPr/>
        </p:nvSpPr>
        <p:spPr>
          <a:xfrm>
            <a:off x="3392424" y="1645920"/>
            <a:ext cx="457200" cy="457200"/>
          </a:xfrm>
          <a:prstGeom prst="ellipse">
            <a:avLst/>
          </a:prstGeom>
          <a:solidFill>
            <a:srgbClr val="0E8C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68"/>
          <p:cNvSpPr txBox="1"/>
          <p:nvPr/>
        </p:nvSpPr>
        <p:spPr>
          <a:xfrm>
            <a:off x="3392424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864" name="Google Shape;864;p68"/>
          <p:cNvSpPr txBox="1"/>
          <p:nvPr/>
        </p:nvSpPr>
        <p:spPr>
          <a:xfrm>
            <a:off x="3392424" y="22860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QAOA</a:t>
            </a:r>
            <a:endParaRPr/>
          </a:p>
        </p:txBody>
      </p:sp>
      <p:sp>
        <p:nvSpPr>
          <p:cNvPr id="865" name="Google Shape;865;p68"/>
          <p:cNvSpPr txBox="1"/>
          <p:nvPr/>
        </p:nvSpPr>
        <p:spPr>
          <a:xfrm>
            <a:off x="3392424" y="2880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A quantum circuit built from the QUBO</a:t>
            </a:r>
            <a:endParaRPr/>
          </a:p>
        </p:txBody>
      </p:sp>
      <p:sp>
        <p:nvSpPr>
          <p:cNvPr id="866" name="Google Shape;866;p68"/>
          <p:cNvSpPr/>
          <p:nvPr/>
        </p:nvSpPr>
        <p:spPr>
          <a:xfrm rot="5400000">
            <a:off x="4512564" y="1828800"/>
            <a:ext cx="118872" cy="118872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8"/>
          <p:cNvSpPr/>
          <p:nvPr/>
        </p:nvSpPr>
        <p:spPr>
          <a:xfrm>
            <a:off x="4654296" y="1463040"/>
            <a:ext cx="1234440" cy="2560320"/>
          </a:xfrm>
          <a:prstGeom prst="roundRect">
            <a:avLst>
              <a:gd fmla="val 5925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68"/>
          <p:cNvSpPr/>
          <p:nvPr/>
        </p:nvSpPr>
        <p:spPr>
          <a:xfrm>
            <a:off x="4791456" y="1645920"/>
            <a:ext cx="457200" cy="457200"/>
          </a:xfrm>
          <a:prstGeom prst="ellipse">
            <a:avLst/>
          </a:prstGeom>
          <a:solidFill>
            <a:srgbClr val="0E8C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68"/>
          <p:cNvSpPr txBox="1"/>
          <p:nvPr/>
        </p:nvSpPr>
        <p:spPr>
          <a:xfrm>
            <a:off x="4791456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870" name="Google Shape;870;p68"/>
          <p:cNvSpPr txBox="1"/>
          <p:nvPr/>
        </p:nvSpPr>
        <p:spPr>
          <a:xfrm>
            <a:off x="4791456" y="22860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Local simulation</a:t>
            </a:r>
            <a:endParaRPr/>
          </a:p>
        </p:txBody>
      </p:sp>
      <p:sp>
        <p:nvSpPr>
          <p:cNvPr id="871" name="Google Shape;871;p68"/>
          <p:cNvSpPr txBox="1"/>
          <p:nvPr/>
        </p:nvSpPr>
        <p:spPr>
          <a:xfrm>
            <a:off x="4791456" y="2880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Tune and test on a laptop</a:t>
            </a:r>
            <a:endParaRPr/>
          </a:p>
        </p:txBody>
      </p:sp>
      <p:sp>
        <p:nvSpPr>
          <p:cNvPr id="872" name="Google Shape;872;p68"/>
          <p:cNvSpPr/>
          <p:nvPr/>
        </p:nvSpPr>
        <p:spPr>
          <a:xfrm rot="5400000">
            <a:off x="5911596" y="1828800"/>
            <a:ext cx="118872" cy="118872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68"/>
          <p:cNvSpPr/>
          <p:nvPr/>
        </p:nvSpPr>
        <p:spPr>
          <a:xfrm>
            <a:off x="6053328" y="1463040"/>
            <a:ext cx="1234440" cy="2560320"/>
          </a:xfrm>
          <a:prstGeom prst="roundRect">
            <a:avLst>
              <a:gd fmla="val 5925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68"/>
          <p:cNvSpPr/>
          <p:nvPr/>
        </p:nvSpPr>
        <p:spPr>
          <a:xfrm>
            <a:off x="6190488" y="1645920"/>
            <a:ext cx="457200" cy="457200"/>
          </a:xfrm>
          <a:prstGeom prst="ellipse">
            <a:avLst/>
          </a:prstGeom>
          <a:solidFill>
            <a:srgbClr val="0E8C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8"/>
          <p:cNvSpPr txBox="1"/>
          <p:nvPr/>
        </p:nvSpPr>
        <p:spPr>
          <a:xfrm>
            <a:off x="6190488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/>
          </a:p>
        </p:txBody>
      </p:sp>
      <p:sp>
        <p:nvSpPr>
          <p:cNvPr id="876" name="Google Shape;876;p68"/>
          <p:cNvSpPr txBox="1"/>
          <p:nvPr/>
        </p:nvSpPr>
        <p:spPr>
          <a:xfrm>
            <a:off x="6190488" y="22860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Hardware test</a:t>
            </a:r>
            <a:endParaRPr/>
          </a:p>
        </p:txBody>
      </p:sp>
      <p:sp>
        <p:nvSpPr>
          <p:cNvPr id="877" name="Google Shape;877;p68"/>
          <p:cNvSpPr txBox="1"/>
          <p:nvPr/>
        </p:nvSpPr>
        <p:spPr>
          <a:xfrm>
            <a:off x="6190488" y="2880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60 runs on IBM quantum computers</a:t>
            </a:r>
            <a:endParaRPr/>
          </a:p>
        </p:txBody>
      </p:sp>
      <p:sp>
        <p:nvSpPr>
          <p:cNvPr id="878" name="Google Shape;878;p68"/>
          <p:cNvSpPr/>
          <p:nvPr/>
        </p:nvSpPr>
        <p:spPr>
          <a:xfrm rot="5400000">
            <a:off x="7310628" y="1828800"/>
            <a:ext cx="118872" cy="118872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68"/>
          <p:cNvSpPr/>
          <p:nvPr/>
        </p:nvSpPr>
        <p:spPr>
          <a:xfrm>
            <a:off x="7452360" y="1463040"/>
            <a:ext cx="1234440" cy="2560320"/>
          </a:xfrm>
          <a:prstGeom prst="roundRect">
            <a:avLst>
              <a:gd fmla="val 5925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68"/>
          <p:cNvSpPr/>
          <p:nvPr/>
        </p:nvSpPr>
        <p:spPr>
          <a:xfrm>
            <a:off x="7589520" y="1645920"/>
            <a:ext cx="457200" cy="457200"/>
          </a:xfrm>
          <a:prstGeom prst="ellipse">
            <a:avLst/>
          </a:prstGeom>
          <a:solidFill>
            <a:srgbClr val="0E8C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68"/>
          <p:cNvSpPr txBox="1"/>
          <p:nvPr/>
        </p:nvSpPr>
        <p:spPr>
          <a:xfrm>
            <a:off x="758952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/>
          </a:p>
        </p:txBody>
      </p:sp>
      <p:sp>
        <p:nvSpPr>
          <p:cNvPr id="882" name="Google Shape;882;p68"/>
          <p:cNvSpPr txBox="1"/>
          <p:nvPr/>
        </p:nvSpPr>
        <p:spPr>
          <a:xfrm>
            <a:off x="7589520" y="2286000"/>
            <a:ext cx="1005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Compared results</a:t>
            </a:r>
            <a:endParaRPr/>
          </a:p>
        </p:txBody>
      </p:sp>
      <p:sp>
        <p:nvSpPr>
          <p:cNvPr id="883" name="Google Shape;883;p68"/>
          <p:cNvSpPr txBox="1"/>
          <p:nvPr/>
        </p:nvSpPr>
        <p:spPr>
          <a:xfrm>
            <a:off x="7589520" y="288036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Hardware vs. simulator vs. random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9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Our tug problem written as a QUBO</a:t>
            </a:r>
            <a:endParaRPr/>
          </a:p>
        </p:txBody>
      </p:sp>
      <p:sp>
        <p:nvSpPr>
          <p:cNvPr id="889" name="Google Shape;889;p69"/>
          <p:cNvSpPr txBox="1"/>
          <p:nvPr/>
        </p:nvSpPr>
        <p:spPr>
          <a:xfrm>
            <a:off x="457200" y="841248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Quadratic Unconstrained Binary Optimization, c</a:t>
            </a: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hoos</a:t>
            </a:r>
            <a:r>
              <a:rPr lang="en-GB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ing</a:t>
            </a: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the fewest tugs </a:t>
            </a:r>
            <a:r>
              <a:rPr lang="en-GB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that can</a:t>
            </a: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 cover</a:t>
            </a:r>
            <a:r>
              <a:rPr lang="en-GB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 t</a:t>
            </a: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he ship needs</a:t>
            </a:r>
            <a:endParaRPr/>
          </a:p>
        </p:txBody>
      </p:sp>
      <p:sp>
        <p:nvSpPr>
          <p:cNvPr id="890" name="Google Shape;890;p69"/>
          <p:cNvSpPr/>
          <p:nvPr/>
        </p:nvSpPr>
        <p:spPr>
          <a:xfrm>
            <a:off x="457200" y="1280160"/>
            <a:ext cx="4114800" cy="987552"/>
          </a:xfrm>
          <a:prstGeom prst="roundRect">
            <a:avLst>
              <a:gd fmla="val 7407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69"/>
          <p:cNvSpPr txBox="1"/>
          <p:nvPr/>
        </p:nvSpPr>
        <p:spPr>
          <a:xfrm>
            <a:off x="640080" y="1371600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0E8C82"/>
                </a:solidFill>
                <a:latin typeface="Calibri"/>
                <a:ea typeface="Calibri"/>
                <a:cs typeface="Calibri"/>
                <a:sym typeface="Calibri"/>
              </a:rPr>
              <a:t>ENERGETIC COST</a:t>
            </a:r>
            <a:endParaRPr/>
          </a:p>
        </p:txBody>
      </p:sp>
      <p:pic>
        <p:nvPicPr>
          <p:cNvPr descr="image.png" id="892" name="Google Shape;89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888431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69"/>
          <p:cNvSpPr txBox="1"/>
          <p:nvPr/>
        </p:nvSpPr>
        <p:spPr>
          <a:xfrm>
            <a:off x="640080" y="2011680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Cost of every tug sent out</a:t>
            </a:r>
            <a:endParaRPr/>
          </a:p>
        </p:txBody>
      </p:sp>
      <p:sp>
        <p:nvSpPr>
          <p:cNvPr id="894" name="Google Shape;894;p69"/>
          <p:cNvSpPr/>
          <p:nvPr/>
        </p:nvSpPr>
        <p:spPr>
          <a:xfrm>
            <a:off x="457200" y="2359152"/>
            <a:ext cx="4114800" cy="987552"/>
          </a:xfrm>
          <a:prstGeom prst="roundRect">
            <a:avLst>
              <a:gd fmla="val 7407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69"/>
          <p:cNvSpPr txBox="1"/>
          <p:nvPr/>
        </p:nvSpPr>
        <p:spPr>
          <a:xfrm>
            <a:off x="640080" y="2450592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0E8C82"/>
                </a:solidFill>
                <a:latin typeface="Calibri"/>
                <a:ea typeface="Calibri"/>
                <a:cs typeface="Calibri"/>
                <a:sym typeface="Calibri"/>
              </a:rPr>
              <a:t>PENALTY</a:t>
            </a:r>
            <a:endParaRPr/>
          </a:p>
        </p:txBody>
      </p:sp>
      <p:pic>
        <p:nvPicPr>
          <p:cNvPr descr="image.png" id="896" name="Google Shape;89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633472"/>
            <a:ext cx="2184125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69"/>
          <p:cNvSpPr txBox="1"/>
          <p:nvPr/>
        </p:nvSpPr>
        <p:spPr>
          <a:xfrm>
            <a:off x="640080" y="3090672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Punishes any plan short of the pull the wind and ship size demand</a:t>
            </a:r>
            <a:endParaRPr/>
          </a:p>
        </p:txBody>
      </p:sp>
      <p:sp>
        <p:nvSpPr>
          <p:cNvPr id="898" name="Google Shape;898;p69"/>
          <p:cNvSpPr/>
          <p:nvPr/>
        </p:nvSpPr>
        <p:spPr>
          <a:xfrm>
            <a:off x="457200" y="3438144"/>
            <a:ext cx="4114800" cy="987552"/>
          </a:xfrm>
          <a:prstGeom prst="roundRect">
            <a:avLst>
              <a:gd fmla="val 7407" name="adj"/>
            </a:avLst>
          </a:prstGeom>
          <a:solidFill>
            <a:srgbClr val="EE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9"/>
          <p:cNvSpPr txBox="1"/>
          <p:nvPr/>
        </p:nvSpPr>
        <p:spPr>
          <a:xfrm>
            <a:off x="640080" y="3529584"/>
            <a:ext cx="37490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0" u="none" cap="none" strike="noStrike">
                <a:solidFill>
                  <a:srgbClr val="0E8C82"/>
                </a:solidFill>
                <a:latin typeface="Calibri"/>
                <a:ea typeface="Calibri"/>
                <a:cs typeface="Calibri"/>
                <a:sym typeface="Calibri"/>
              </a:rPr>
              <a:t>SLACK</a:t>
            </a:r>
            <a:endParaRPr/>
          </a:p>
        </p:txBody>
      </p:sp>
      <p:pic>
        <p:nvPicPr>
          <p:cNvPr descr="image.png" id="900" name="Google Shape;900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712463"/>
            <a:ext cx="907981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69"/>
          <p:cNvSpPr txBox="1"/>
          <p:nvPr/>
        </p:nvSpPr>
        <p:spPr>
          <a:xfrm>
            <a:off x="640080" y="4169663"/>
            <a:ext cx="37490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0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Lets the tugs pull more than needed without penalty</a:t>
            </a:r>
            <a:endParaRPr/>
          </a:p>
        </p:txBody>
      </p:sp>
      <p:sp>
        <p:nvSpPr>
          <p:cNvPr id="902" name="Google Shape;902;p69"/>
          <p:cNvSpPr txBox="1"/>
          <p:nvPr/>
        </p:nvSpPr>
        <p:spPr>
          <a:xfrm>
            <a:off x="457200" y="45537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GB" sz="9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x: tug sent (1 or 0) · c: tug cost · p: tug pulling power · D: pull needed at wind speed w for ship length L · y: slack bits · λ: penalty weight</a:t>
            </a:r>
            <a:endParaRPr/>
          </a:p>
        </p:txBody>
      </p:sp>
      <p:pic>
        <p:nvPicPr>
          <p:cNvPr descr="image.png" id="903" name="Google Shape;903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0" y="1280160"/>
            <a:ext cx="3840480" cy="3383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How QAOA finds the best tug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70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Quantum Approximate Optimization Algorithm, on IBM gate-based hardware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70"/>
          <p:cNvSpPr/>
          <p:nvPr/>
        </p:nvSpPr>
        <p:spPr>
          <a:xfrm>
            <a:off x="457200" y="1417320"/>
            <a:ext cx="1920240" cy="2606040"/>
          </a:xfrm>
          <a:prstGeom prst="roundRect">
            <a:avLst>
              <a:gd fmla="val 3810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70"/>
          <p:cNvSpPr/>
          <p:nvPr/>
        </p:nvSpPr>
        <p:spPr>
          <a:xfrm>
            <a:off x="640080" y="1722664"/>
            <a:ext cx="548700" cy="54870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70"/>
          <p:cNvSpPr txBox="1"/>
          <p:nvPr/>
        </p:nvSpPr>
        <p:spPr>
          <a:xfrm>
            <a:off x="640080" y="172266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70"/>
          <p:cNvSpPr txBox="1"/>
          <p:nvPr/>
        </p:nvSpPr>
        <p:spPr>
          <a:xfrm>
            <a:off x="640080" y="2384384"/>
            <a:ext cx="16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Start Everywhere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70"/>
          <p:cNvSpPr txBox="1"/>
          <p:nvPr/>
        </p:nvSpPr>
        <p:spPr>
          <a:xfrm>
            <a:off x="640080" y="29260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The qubits hold every possible tug plan at once.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70"/>
          <p:cNvSpPr/>
          <p:nvPr/>
        </p:nvSpPr>
        <p:spPr>
          <a:xfrm rot="5400000">
            <a:off x="2404872" y="2606040"/>
            <a:ext cx="137160" cy="182880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 cap="flat" cmpd="sng" w="12700">
            <a:solidFill>
              <a:srgbClr val="5F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70"/>
          <p:cNvSpPr/>
          <p:nvPr/>
        </p:nvSpPr>
        <p:spPr>
          <a:xfrm>
            <a:off x="2560320" y="1417320"/>
            <a:ext cx="1920240" cy="2606040"/>
          </a:xfrm>
          <a:prstGeom prst="roundRect">
            <a:avLst>
              <a:gd fmla="val 3810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70"/>
          <p:cNvSpPr/>
          <p:nvPr/>
        </p:nvSpPr>
        <p:spPr>
          <a:xfrm>
            <a:off x="2743200" y="1722664"/>
            <a:ext cx="548700" cy="54870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70"/>
          <p:cNvSpPr txBox="1"/>
          <p:nvPr/>
        </p:nvSpPr>
        <p:spPr>
          <a:xfrm>
            <a:off x="2743200" y="172266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70"/>
          <p:cNvSpPr txBox="1"/>
          <p:nvPr/>
        </p:nvSpPr>
        <p:spPr>
          <a:xfrm>
            <a:off x="2743200" y="2384384"/>
            <a:ext cx="16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Score Everything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70"/>
          <p:cNvSpPr txBox="1"/>
          <p:nvPr/>
        </p:nvSpPr>
        <p:spPr>
          <a:xfrm>
            <a:off x="2743200" y="29260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The QUBO cost layer marks good plans and bad 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70"/>
          <p:cNvSpPr/>
          <p:nvPr/>
        </p:nvSpPr>
        <p:spPr>
          <a:xfrm rot="5400000">
            <a:off x="4507992" y="2606040"/>
            <a:ext cx="137160" cy="182880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 cap="flat" cmpd="sng" w="12700">
            <a:solidFill>
              <a:srgbClr val="5F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70"/>
          <p:cNvSpPr/>
          <p:nvPr/>
        </p:nvSpPr>
        <p:spPr>
          <a:xfrm>
            <a:off x="4663440" y="1417320"/>
            <a:ext cx="1920240" cy="2606040"/>
          </a:xfrm>
          <a:prstGeom prst="roundRect">
            <a:avLst>
              <a:gd fmla="val 3810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70"/>
          <p:cNvSpPr/>
          <p:nvPr/>
        </p:nvSpPr>
        <p:spPr>
          <a:xfrm>
            <a:off x="4846320" y="1722664"/>
            <a:ext cx="548700" cy="54870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70"/>
          <p:cNvSpPr txBox="1"/>
          <p:nvPr/>
        </p:nvSpPr>
        <p:spPr>
          <a:xfrm>
            <a:off x="4846320" y="172266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70"/>
          <p:cNvSpPr txBox="1"/>
          <p:nvPr/>
        </p:nvSpPr>
        <p:spPr>
          <a:xfrm>
            <a:off x="4846320" y="2384384"/>
            <a:ext cx="16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Mix it All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70"/>
          <p:cNvSpPr txBox="1"/>
          <p:nvPr/>
        </p:nvSpPr>
        <p:spPr>
          <a:xfrm>
            <a:off x="4846320" y="29260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Plans interfere: good ones grow, bad ones cancel.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70"/>
          <p:cNvSpPr/>
          <p:nvPr/>
        </p:nvSpPr>
        <p:spPr>
          <a:xfrm rot="5400000">
            <a:off x="6611112" y="2606040"/>
            <a:ext cx="137160" cy="182880"/>
          </a:xfrm>
          <a:prstGeom prst="triangle">
            <a:avLst>
              <a:gd fmla="val 50000" name="adj"/>
            </a:avLst>
          </a:prstGeom>
          <a:solidFill>
            <a:srgbClr val="5FB8AF"/>
          </a:solidFill>
          <a:ln cap="flat" cmpd="sng" w="12700">
            <a:solidFill>
              <a:srgbClr val="5F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0"/>
          <p:cNvSpPr/>
          <p:nvPr/>
        </p:nvSpPr>
        <p:spPr>
          <a:xfrm>
            <a:off x="6766560" y="1417320"/>
            <a:ext cx="1920240" cy="2606040"/>
          </a:xfrm>
          <a:prstGeom prst="roundRect">
            <a:avLst>
              <a:gd fmla="val 3810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70"/>
          <p:cNvSpPr/>
          <p:nvPr/>
        </p:nvSpPr>
        <p:spPr>
          <a:xfrm>
            <a:off x="6949440" y="1722664"/>
            <a:ext cx="548700" cy="54870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70"/>
          <p:cNvSpPr txBox="1"/>
          <p:nvPr/>
        </p:nvSpPr>
        <p:spPr>
          <a:xfrm>
            <a:off x="6949440" y="172266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70"/>
          <p:cNvSpPr txBox="1"/>
          <p:nvPr/>
        </p:nvSpPr>
        <p:spPr>
          <a:xfrm>
            <a:off x="6949440" y="2384384"/>
            <a:ext cx="1600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700"/>
              <a:buFont typeface="Calibri"/>
              <a:buNone/>
            </a:pPr>
            <a:r>
              <a:rPr b="1" i="0" lang="en-GB" sz="17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Repeat &amp; Measure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70"/>
          <p:cNvSpPr txBox="1"/>
          <p:nvPr/>
        </p:nvSpPr>
        <p:spPr>
          <a:xfrm>
            <a:off x="6949440" y="2926080"/>
            <a:ext cx="1600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Each round tilts the odds toward the best plan.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70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1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Our test case has 262,144 possible plans; one round (p = 1) was enough to find the best 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7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It works, on a small test case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7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4 tugs, 4 ships, 12 kn wind  ·  18 qubits  ·  60 runs on IBM quantum hardware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71"/>
          <p:cNvSpPr/>
          <p:nvPr/>
        </p:nvSpPr>
        <p:spPr>
          <a:xfrm>
            <a:off x="457200" y="1371600"/>
            <a:ext cx="2926080" cy="822960"/>
          </a:xfrm>
          <a:prstGeom prst="roundRect">
            <a:avLst>
              <a:gd fmla="val 8889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71"/>
          <p:cNvSpPr txBox="1"/>
          <p:nvPr/>
        </p:nvSpPr>
        <p:spPr>
          <a:xfrm>
            <a:off x="594360" y="1371600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8C82"/>
              </a:buClr>
              <a:buSzPts val="2600"/>
              <a:buFont typeface="Cambria"/>
              <a:buNone/>
            </a:pPr>
            <a:r>
              <a:rPr b="1" i="0" lang="en-GB" sz="2600" u="none" cap="none" strike="noStrike">
                <a:solidFill>
                  <a:srgbClr val="0E8C82"/>
                </a:solidFill>
                <a:latin typeface="Cambria"/>
                <a:ea typeface="Cambria"/>
                <a:cs typeface="Cambria"/>
                <a:sym typeface="Cambria"/>
              </a:rPr>
              <a:t>60/60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71"/>
          <p:cNvSpPr txBox="1"/>
          <p:nvPr/>
        </p:nvSpPr>
        <p:spPr>
          <a:xfrm>
            <a:off x="1920240" y="137160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IBM runs found the best plan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71"/>
          <p:cNvSpPr/>
          <p:nvPr/>
        </p:nvSpPr>
        <p:spPr>
          <a:xfrm>
            <a:off x="457200" y="2331720"/>
            <a:ext cx="2926080" cy="822960"/>
          </a:xfrm>
          <a:prstGeom prst="roundRect">
            <a:avLst>
              <a:gd fmla="val 8889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71"/>
          <p:cNvSpPr txBox="1"/>
          <p:nvPr/>
        </p:nvSpPr>
        <p:spPr>
          <a:xfrm>
            <a:off x="594360" y="2331720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8C82"/>
              </a:buClr>
              <a:buSzPts val="3000"/>
              <a:buFont typeface="Cambria"/>
              <a:buNone/>
            </a:pPr>
            <a:r>
              <a:rPr b="1" i="0" lang="en-GB" sz="3000" u="none" cap="none" strike="noStrike">
                <a:solidFill>
                  <a:srgbClr val="0E8C82"/>
                </a:solidFill>
                <a:latin typeface="Cambria"/>
                <a:ea typeface="Cambria"/>
                <a:cs typeface="Cambria"/>
                <a:sym typeface="Cambria"/>
              </a:rPr>
              <a:t>85×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71"/>
          <p:cNvSpPr txBox="1"/>
          <p:nvPr/>
        </p:nvSpPr>
        <p:spPr>
          <a:xfrm>
            <a:off x="1920240" y="233172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better than random guessing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71"/>
          <p:cNvSpPr/>
          <p:nvPr/>
        </p:nvSpPr>
        <p:spPr>
          <a:xfrm>
            <a:off x="457200" y="3291840"/>
            <a:ext cx="2926080" cy="822960"/>
          </a:xfrm>
          <a:prstGeom prst="roundRect">
            <a:avLst>
              <a:gd fmla="val 8889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71"/>
          <p:cNvSpPr txBox="1"/>
          <p:nvPr/>
        </p:nvSpPr>
        <p:spPr>
          <a:xfrm>
            <a:off x="594360" y="3291840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200"/>
              <a:buFont typeface="Cambria"/>
              <a:buNone/>
            </a:pPr>
            <a:r>
              <a:rPr b="1" i="0" lang="en-GB" sz="22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Seconds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71"/>
          <p:cNvSpPr txBox="1"/>
          <p:nvPr/>
        </p:nvSpPr>
        <p:spPr>
          <a:xfrm>
            <a:off x="1920240" y="32918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300"/>
              <a:buFont typeface="Calibri"/>
              <a:buNone/>
            </a:pPr>
            <a:r>
              <a:rPr b="0" i="0" lang="en-GB" sz="13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for a classical laptop, which still wins at this size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71"/>
          <p:cNvSpPr txBox="1"/>
          <p:nvPr/>
        </p:nvSpPr>
        <p:spPr>
          <a:xfrm>
            <a:off x="3657600" y="42062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Runs 2–60 average 0.77% ± 0.14%, steady from run to run: 2.6× run 1. Hardware noise keeps it below the ideal simulator.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2" name="Google Shape;95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1280160"/>
            <a:ext cx="5029200" cy="2834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The hard problem: where classical breaks down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2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A real port day has many moving parts at once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72"/>
          <p:cNvSpPr/>
          <p:nvPr/>
        </p:nvSpPr>
        <p:spPr>
          <a:xfrm>
            <a:off x="457200" y="1399032"/>
            <a:ext cx="411480" cy="41148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72"/>
          <p:cNvSpPr txBox="1"/>
          <p:nvPr/>
        </p:nvSpPr>
        <p:spPr>
          <a:xfrm>
            <a:off x="457200" y="13990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72"/>
          <p:cNvSpPr txBox="1"/>
          <p:nvPr/>
        </p:nvSpPr>
        <p:spPr>
          <a:xfrm>
            <a:off x="1005840" y="13258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Many ships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72"/>
          <p:cNvSpPr txBox="1"/>
          <p:nvPr/>
        </p:nvSpPr>
        <p:spPr>
          <a:xfrm>
            <a:off x="1005840" y="160020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50 to 150 ships to move over 1 to 3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72"/>
          <p:cNvSpPr/>
          <p:nvPr/>
        </p:nvSpPr>
        <p:spPr>
          <a:xfrm>
            <a:off x="457200" y="2057400"/>
            <a:ext cx="411480" cy="41148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72"/>
          <p:cNvSpPr txBox="1"/>
          <p:nvPr/>
        </p:nvSpPr>
        <p:spPr>
          <a:xfrm>
            <a:off x="457200" y="20574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72"/>
          <p:cNvSpPr txBox="1"/>
          <p:nvPr/>
        </p:nvSpPr>
        <p:spPr>
          <a:xfrm>
            <a:off x="1005840" y="198424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Tugs of different power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2"/>
          <p:cNvSpPr txBox="1"/>
          <p:nvPr/>
        </p:nvSpPr>
        <p:spPr>
          <a:xfrm>
            <a:off x="1005840" y="225856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Mixed fleets, combined to meet each ship's needs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72"/>
          <p:cNvSpPr/>
          <p:nvPr/>
        </p:nvSpPr>
        <p:spPr>
          <a:xfrm>
            <a:off x="457200" y="2715768"/>
            <a:ext cx="411480" cy="41148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72"/>
          <p:cNvSpPr txBox="1"/>
          <p:nvPr/>
        </p:nvSpPr>
        <p:spPr>
          <a:xfrm>
            <a:off x="457200" y="271576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72"/>
          <p:cNvSpPr txBox="1"/>
          <p:nvPr/>
        </p:nvSpPr>
        <p:spPr>
          <a:xfrm>
            <a:off x="1005840" y="264261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Many time slots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2"/>
          <p:cNvSpPr txBox="1"/>
          <p:nvPr/>
        </p:nvSpPr>
        <p:spPr>
          <a:xfrm>
            <a:off x="1005840" y="291693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Every move placed in 10-minute slots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2"/>
          <p:cNvSpPr/>
          <p:nvPr/>
        </p:nvSpPr>
        <p:spPr>
          <a:xfrm>
            <a:off x="457200" y="3374136"/>
            <a:ext cx="411480" cy="411480"/>
          </a:xfrm>
          <a:prstGeom prst="ellipse">
            <a:avLst/>
          </a:prstGeom>
          <a:solidFill>
            <a:srgbClr val="0E8C82"/>
          </a:solidFill>
          <a:ln cap="flat" cmpd="sng" w="12700">
            <a:solidFill>
              <a:srgbClr val="0E8C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72"/>
          <p:cNvSpPr txBox="1"/>
          <p:nvPr/>
        </p:nvSpPr>
        <p:spPr>
          <a:xfrm>
            <a:off x="457200" y="33741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72"/>
          <p:cNvSpPr txBox="1"/>
          <p:nvPr/>
        </p:nvSpPr>
        <p:spPr>
          <a:xfrm>
            <a:off x="1005840" y="330098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Changing tides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72"/>
          <p:cNvSpPr txBox="1"/>
          <p:nvPr/>
        </p:nvSpPr>
        <p:spPr>
          <a:xfrm>
            <a:off x="1005840" y="357530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The tide sets which ships may enter, and when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72"/>
          <p:cNvSpPr/>
          <p:nvPr/>
        </p:nvSpPr>
        <p:spPr>
          <a:xfrm>
            <a:off x="457200" y="4032504"/>
            <a:ext cx="411480" cy="411480"/>
          </a:xfrm>
          <a:prstGeom prst="ellipse">
            <a:avLst/>
          </a:prstGeom>
          <a:solidFill>
            <a:srgbClr val="D9822B"/>
          </a:solidFill>
          <a:ln cap="flat" cmpd="sng" w="12700">
            <a:solidFill>
              <a:srgbClr val="D982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72"/>
          <p:cNvSpPr txBox="1"/>
          <p:nvPr/>
        </p:nvSpPr>
        <p:spPr>
          <a:xfrm>
            <a:off x="457200" y="403250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GB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72"/>
          <p:cNvSpPr txBox="1"/>
          <p:nvPr/>
        </p:nvSpPr>
        <p:spPr>
          <a:xfrm>
            <a:off x="1005840" y="395935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Geopolitical risk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72"/>
          <p:cNvSpPr txBox="1"/>
          <p:nvPr/>
        </p:nvSpPr>
        <p:spPr>
          <a:xfrm>
            <a:off x="1005840" y="423367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Outside dangers to bringing a ship into 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72"/>
          <p:cNvSpPr txBox="1"/>
          <p:nvPr/>
        </p:nvSpPr>
        <p:spPr>
          <a:xfrm>
            <a:off x="4572000" y="411480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770"/>
              </a:buClr>
              <a:buSzPts val="1100"/>
              <a:buFont typeface="Calibri"/>
              <a:buNone/>
            </a:pPr>
            <a:r>
              <a:rPr b="0" i="1" lang="en-GB" sz="1100" u="none" cap="none" strike="noStrike">
                <a:solidFill>
                  <a:srgbClr val="5B6770"/>
                </a:solidFill>
                <a:latin typeface="Calibri"/>
                <a:ea typeface="Calibri"/>
                <a:cs typeface="Calibri"/>
                <a:sym typeface="Calibri"/>
              </a:rPr>
              <a:t>Research solver, 24 tugs, 1-hour limit; it still cannot prove the best plan. A standard solver could not solve these at all (Jia et al. 2021). Tides and risk are not even in that model yet.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1" name="Google Shape;98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280160"/>
            <a:ext cx="41148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3"/>
          <p:cNvSpPr txBox="1"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400"/>
              <a:buFont typeface="Cambria"/>
              <a:buNone/>
            </a:pPr>
            <a:r>
              <a:rPr b="1" i="0" lang="en-GB" sz="2400" u="none" cap="none" strike="noStrike">
                <a:solidFill>
                  <a:srgbClr val="0B2545"/>
                </a:solidFill>
                <a:latin typeface="Cambria"/>
                <a:ea typeface="Cambria"/>
                <a:cs typeface="Cambria"/>
                <a:sym typeface="Cambria"/>
              </a:rPr>
              <a:t>The next steps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73"/>
          <p:cNvSpPr/>
          <p:nvPr/>
        </p:nvSpPr>
        <p:spPr>
          <a:xfrm>
            <a:off x="457200" y="964500"/>
            <a:ext cx="3703200" cy="3507300"/>
          </a:xfrm>
          <a:prstGeom prst="roundRect">
            <a:avLst>
              <a:gd fmla="val 3077" name="adj"/>
            </a:avLst>
          </a:prstGeom>
          <a:solidFill>
            <a:srgbClr val="EEF4F6"/>
          </a:solidFill>
          <a:ln cap="flat" cmpd="sng" w="12700">
            <a:solidFill>
              <a:srgbClr val="EEF4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73"/>
          <p:cNvSpPr txBox="1"/>
          <p:nvPr/>
        </p:nvSpPr>
        <p:spPr>
          <a:xfrm>
            <a:off x="685800" y="1101649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8C82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0E8C82"/>
                </a:solidFill>
                <a:latin typeface="Cambria"/>
                <a:ea typeface="Cambria"/>
                <a:cs typeface="Cambria"/>
                <a:sym typeface="Cambria"/>
              </a:rPr>
              <a:t>Road to quantum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73"/>
          <p:cNvSpPr txBox="1"/>
          <p:nvPr/>
        </p:nvSpPr>
        <p:spPr>
          <a:xfrm>
            <a:off x="511500" y="1604575"/>
            <a:ext cx="35118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Collect: historical schedules, weather, tides, crews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Benchmark: OR-Tools optimum vs. manual plan, in $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Verify quantum: QAOA matches the optimum on small cases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Forecast: ML predicts arrivals, confirmations, tug demand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Plan daily: forecasts feed the optimizer, the planner approves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Switch: move to QC once it consistently performs better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73"/>
          <p:cNvSpPr/>
          <p:nvPr/>
        </p:nvSpPr>
        <p:spPr>
          <a:xfrm>
            <a:off x="4238524" y="2425025"/>
            <a:ext cx="666900" cy="50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FB8AF"/>
          </a:solidFill>
          <a:ln cap="flat" cmpd="sng" w="12700">
            <a:solidFill>
              <a:srgbClr val="5FB8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73"/>
          <p:cNvSpPr/>
          <p:nvPr/>
        </p:nvSpPr>
        <p:spPr>
          <a:xfrm>
            <a:off x="4983550" y="964500"/>
            <a:ext cx="3703200" cy="3507300"/>
          </a:xfrm>
          <a:prstGeom prst="roundRect">
            <a:avLst>
              <a:gd fmla="val 3077" name="adj"/>
            </a:avLst>
          </a:prstGeom>
          <a:solidFill>
            <a:srgbClr val="E3F1EF"/>
          </a:solidFill>
          <a:ln cap="flat" cmpd="sng" w="12700">
            <a:solidFill>
              <a:srgbClr val="E3F1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73"/>
          <p:cNvSpPr txBox="1"/>
          <p:nvPr/>
        </p:nvSpPr>
        <p:spPr>
          <a:xfrm>
            <a:off x="5349240" y="1101649"/>
            <a:ext cx="3108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8C82"/>
              </a:buClr>
              <a:buSzPts val="2000"/>
              <a:buFont typeface="Cambria"/>
              <a:buNone/>
            </a:pPr>
            <a:r>
              <a:rPr b="1" i="0" lang="en-GB" sz="2000" u="none" cap="none" strike="noStrike">
                <a:solidFill>
                  <a:srgbClr val="0E8C82"/>
                </a:solidFill>
                <a:latin typeface="Cambria"/>
                <a:ea typeface="Cambria"/>
                <a:cs typeface="Cambria"/>
                <a:sym typeface="Cambria"/>
              </a:rPr>
              <a:t>Daily loop after the switch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73"/>
          <p:cNvSpPr txBox="1"/>
          <p:nvPr/>
        </p:nvSpPr>
        <p:spPr>
          <a:xfrm>
            <a:off x="5174975" y="1604575"/>
            <a:ext cx="3511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Forecast: ML predicts arrivals, confirmations, tug demand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Build: forecasts plus tides, weather and crews become the day’s problem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Solve: a QC optimizer finds the best plan (OR-Tools as fallback)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Check: a rule check confirms no rule is broken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Approve: the planner signs off, and the plan goes out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Char char="•"/>
            </a:pPr>
            <a:r>
              <a:rPr b="0" i="0" lang="en-GB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Re-plan: re-solve in minutes when wind or confirmations change</a:t>
            </a:r>
            <a:endParaRPr b="0" i="0" sz="1500" u="none" cap="none" strike="noStrike">
              <a:solidFill>
                <a:srgbClr val="0B254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Retrospective Presentation">
  <a:themeElements>
    <a:clrScheme name="Simple Light">
      <a:dk1>
        <a:srgbClr val="FFFFFF"/>
      </a:dk1>
      <a:lt1>
        <a:srgbClr val="131313"/>
      </a:lt1>
      <a:dk2>
        <a:srgbClr val="074963"/>
      </a:dk2>
      <a:lt2>
        <a:srgbClr val="313336"/>
      </a:lt2>
      <a:accent1>
        <a:srgbClr val="00FFFF"/>
      </a:accent1>
      <a:accent2>
        <a:srgbClr val="FA6E0B"/>
      </a:accent2>
      <a:accent3>
        <a:srgbClr val="AECDE4"/>
      </a:accent3>
      <a:accent4>
        <a:srgbClr val="7C7C7C"/>
      </a:accent4>
      <a:accent5>
        <a:srgbClr val="A4AAAD"/>
      </a:accent5>
      <a:accent6>
        <a:srgbClr val="0094F1"/>
      </a:accent6>
      <a:hlink>
        <a:srgbClr val="FA6E0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